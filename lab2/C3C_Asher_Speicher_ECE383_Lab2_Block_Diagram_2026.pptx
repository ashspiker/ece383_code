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57" r:id="rId5"/>
  </p:sldIdLst>
  <p:sldSz cx="18288000" cy="13716000"/>
  <p:notesSz cx="6858000" cy="9144000"/>
  <p:defaultTextStyle>
    <a:defPPr>
      <a:defRPr lang="en-US"/>
    </a:defPPr>
    <a:lvl1pPr marL="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57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4DB5AF-473B-49AD-9DEA-08CC2640BE4F}" v="18" dt="2026-02-27T01:24:40.0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540" autoAdjust="0"/>
  </p:normalViewPr>
  <p:slideViewPr>
    <p:cSldViewPr>
      <p:cViewPr varScale="1">
        <p:scale>
          <a:sx n="52" d="100"/>
          <a:sy n="52" d="100"/>
        </p:scale>
        <p:origin x="1158" y="90"/>
      </p:cViewPr>
      <p:guideLst>
        <p:guide orient="horz" pos="4320"/>
        <p:guide pos="57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peicher, Asher M C3C USAF USAFA CW/CS19" userId="3aca0d5c-9645-4f78-84b3-8f47a8f6885d" providerId="ADAL" clId="{95820D90-072E-4EA5-9616-0A5B64E5838D}"/>
    <pc:docChg chg="undo custSel modSld">
      <pc:chgData name="Speicher, Asher M C3C USAF USAFA CW/CS19" userId="3aca0d5c-9645-4f78-84b3-8f47a8f6885d" providerId="ADAL" clId="{95820D90-072E-4EA5-9616-0A5B64E5838D}" dt="2026-02-27T01:24:43.432" v="305" actId="1076"/>
      <pc:docMkLst>
        <pc:docMk/>
      </pc:docMkLst>
      <pc:sldChg chg="addSp delSp modSp mod">
        <pc:chgData name="Speicher, Asher M C3C USAF USAFA CW/CS19" userId="3aca0d5c-9645-4f78-84b3-8f47a8f6885d" providerId="ADAL" clId="{95820D90-072E-4EA5-9616-0A5B64E5838D}" dt="2026-02-27T01:24:43.432" v="305" actId="1076"/>
        <pc:sldMkLst>
          <pc:docMk/>
          <pc:sldMk cId="2709113408" sldId="257"/>
        </pc:sldMkLst>
        <pc:spChg chg="del">
          <ac:chgData name="Speicher, Asher M C3C USAF USAFA CW/CS19" userId="3aca0d5c-9645-4f78-84b3-8f47a8f6885d" providerId="ADAL" clId="{95820D90-072E-4EA5-9616-0A5B64E5838D}" dt="2026-02-27T01:12:18.924" v="159" actId="478"/>
          <ac:spMkLst>
            <pc:docMk/>
            <pc:sldMk cId="2709113408" sldId="257"/>
            <ac:spMk id="2" creationId="{8D8CBE26-173B-8CD2-1676-2CDB81ABC145}"/>
          </ac:spMkLst>
        </pc:spChg>
        <pc:spChg chg="add del mod">
          <ac:chgData name="Speicher, Asher M C3C USAF USAFA CW/CS19" userId="3aca0d5c-9645-4f78-84b3-8f47a8f6885d" providerId="ADAL" clId="{95820D90-072E-4EA5-9616-0A5B64E5838D}" dt="2026-02-27T01:13:16.192" v="162" actId="478"/>
          <ac:spMkLst>
            <pc:docMk/>
            <pc:sldMk cId="2709113408" sldId="257"/>
            <ac:spMk id="4" creationId="{C608BD90-5731-C7E0-E628-093EBC707692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8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28" creationId="{00000000-0000-0000-0000-000000000000}"/>
          </ac:spMkLst>
        </pc:spChg>
        <pc:spChg chg="add del mod">
          <ac:chgData name="Speicher, Asher M C3C USAF USAFA CW/CS19" userId="3aca0d5c-9645-4f78-84b3-8f47a8f6885d" providerId="ADAL" clId="{95820D90-072E-4EA5-9616-0A5B64E5838D}" dt="2026-02-27T01:13:15.048" v="161" actId="478"/>
          <ac:spMkLst>
            <pc:docMk/>
            <pc:sldMk cId="2709113408" sldId="257"/>
            <ac:spMk id="45" creationId="{1A9354AD-47C4-CDC7-943D-5481EC0415F2}"/>
          </ac:spMkLst>
        </pc:spChg>
        <pc:spChg chg="add del mod">
          <ac:chgData name="Speicher, Asher M C3C USAF USAFA CW/CS19" userId="3aca0d5c-9645-4f78-84b3-8f47a8f6885d" providerId="ADAL" clId="{95820D90-072E-4EA5-9616-0A5B64E5838D}" dt="2026-02-27T01:13:18.678" v="164" actId="478"/>
          <ac:spMkLst>
            <pc:docMk/>
            <pc:sldMk cId="2709113408" sldId="257"/>
            <ac:spMk id="46" creationId="{585788F1-2AF5-2D93-7B1E-3F18D86F78D4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06:05.386" v="43" actId="1076"/>
          <ac:spMkLst>
            <pc:docMk/>
            <pc:sldMk cId="2709113408" sldId="257"/>
            <ac:spMk id="48" creationId="{04BC0B76-1A0A-68F3-AEE4-80E7254762FB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06:17.955" v="50" actId="14100"/>
          <ac:spMkLst>
            <pc:docMk/>
            <pc:sldMk cId="2709113408" sldId="257"/>
            <ac:spMk id="49" creationId="{E1A65676-E4EF-0461-29C5-1615737720B8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96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6:03.255" v="219" actId="20577"/>
          <ac:spMkLst>
            <pc:docMk/>
            <pc:sldMk cId="2709113408" sldId="257"/>
            <ac:spMk id="159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06.803" v="56" actId="1076"/>
          <ac:spMkLst>
            <pc:docMk/>
            <pc:sldMk cId="2709113408" sldId="257"/>
            <ac:spMk id="163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11.892" v="57" actId="1076"/>
          <ac:spMkLst>
            <pc:docMk/>
            <pc:sldMk cId="2709113408" sldId="257"/>
            <ac:spMk id="165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16.347" v="58" actId="1076"/>
          <ac:spMkLst>
            <pc:docMk/>
            <pc:sldMk cId="2709113408" sldId="257"/>
            <ac:spMk id="169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173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20.929" v="59" actId="1076"/>
          <ac:spMkLst>
            <pc:docMk/>
            <pc:sldMk cId="2709113408" sldId="257"/>
            <ac:spMk id="176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25.850" v="60" actId="1076"/>
          <ac:spMkLst>
            <pc:docMk/>
            <pc:sldMk cId="2709113408" sldId="257"/>
            <ac:spMk id="178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33.117" v="63" actId="1038"/>
          <ac:spMkLst>
            <pc:docMk/>
            <pc:sldMk cId="2709113408" sldId="257"/>
            <ac:spMk id="182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38.741" v="66" actId="1038"/>
          <ac:spMkLst>
            <pc:docMk/>
            <pc:sldMk cId="2709113408" sldId="257"/>
            <ac:spMk id="204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42.500" v="69" actId="1038"/>
          <ac:spMkLst>
            <pc:docMk/>
            <pc:sldMk cId="2709113408" sldId="257"/>
            <ac:spMk id="207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45.821" v="71" actId="1038"/>
          <ac:spMkLst>
            <pc:docMk/>
            <pc:sldMk cId="2709113408" sldId="257"/>
            <ac:spMk id="210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7:50.340" v="74" actId="1038"/>
          <ac:spMkLst>
            <pc:docMk/>
            <pc:sldMk cId="2709113408" sldId="257"/>
            <ac:spMk id="213" creationId="{00000000-0000-0000-0000-000000000000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12:08.733" v="158" actId="20577"/>
          <ac:spMkLst>
            <pc:docMk/>
            <pc:sldMk cId="2709113408" sldId="257"/>
            <ac:spMk id="235" creationId="{1B0561D5-78ED-AADE-2A0C-296F289EC74C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12:04.221" v="146" actId="20577"/>
          <ac:spMkLst>
            <pc:docMk/>
            <pc:sldMk cId="2709113408" sldId="257"/>
            <ac:spMk id="236" creationId="{81CB60C0-E74A-C54E-CF09-8FBF8E062C70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19:29.649" v="267" actId="20577"/>
          <ac:spMkLst>
            <pc:docMk/>
            <pc:sldMk cId="2709113408" sldId="257"/>
            <ac:spMk id="241" creationId="{E9DCBB5B-68CE-1E03-3565-8E0ED609067B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24:00.998" v="302" actId="20577"/>
          <ac:spMkLst>
            <pc:docMk/>
            <pc:sldMk cId="2709113408" sldId="257"/>
            <ac:spMk id="244" creationId="{EA084F65-791F-BC0E-7CCB-1A35E6C659F7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24:03.310" v="303" actId="20577"/>
          <ac:spMkLst>
            <pc:docMk/>
            <pc:sldMk cId="2709113408" sldId="257"/>
            <ac:spMk id="245" creationId="{083BEE22-312C-B404-4449-A231E582DFA2}"/>
          </ac:spMkLst>
        </pc:spChg>
        <pc:spChg chg="add mod">
          <ac:chgData name="Speicher, Asher M C3C USAF USAFA CW/CS19" userId="3aca0d5c-9645-4f78-84b3-8f47a8f6885d" providerId="ADAL" clId="{95820D90-072E-4EA5-9616-0A5B64E5838D}" dt="2026-02-27T01:24:43.432" v="305" actId="1076"/>
          <ac:spMkLst>
            <pc:docMk/>
            <pc:sldMk cId="2709113408" sldId="257"/>
            <ac:spMk id="249" creationId="{B9F3DA7D-AF60-34E3-EACB-0FE2ECEC3458}"/>
          </ac:spMkLst>
        </pc:spChg>
        <pc:spChg chg="mod">
          <ac:chgData name="Speicher, Asher M C3C USAF USAFA CW/CS19" userId="3aca0d5c-9645-4f78-84b3-8f47a8f6885d" providerId="ADAL" clId="{95820D90-072E-4EA5-9616-0A5B64E5838D}" dt="2026-02-27T01:14:27.510" v="212" actId="20577"/>
          <ac:spMkLst>
            <pc:docMk/>
            <pc:sldMk cId="2709113408" sldId="257"/>
            <ac:spMk id="280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318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0:54.305" v="121" actId="14100"/>
          <ac:spMkLst>
            <pc:docMk/>
            <pc:sldMk cId="2709113408" sldId="257"/>
            <ac:spMk id="338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6:37.254" v="232" actId="1037"/>
          <ac:spMkLst>
            <pc:docMk/>
            <pc:sldMk cId="2709113408" sldId="257"/>
            <ac:spMk id="365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378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6:49.940" v="238" actId="14100"/>
          <ac:spMkLst>
            <pc:docMk/>
            <pc:sldMk cId="2709113408" sldId="257"/>
            <ac:spMk id="385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1:51.560" v="127" actId="1076"/>
          <ac:spMkLst>
            <pc:docMk/>
            <pc:sldMk cId="2709113408" sldId="257"/>
            <ac:spMk id="388" creationId="{87B21CA3-7B6C-4927-85B7-8D332A8FD844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390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0:46.850" v="119" actId="1037"/>
          <ac:spMkLst>
            <pc:docMk/>
            <pc:sldMk cId="2709113408" sldId="257"/>
            <ac:spMk id="399" creationId="{63573302-764C-46FC-A52F-DDBB174618F6}"/>
          </ac:spMkLst>
        </pc:spChg>
        <pc:spChg chg="mod">
          <ac:chgData name="Speicher, Asher M C3C USAF USAFA CW/CS19" userId="3aca0d5c-9645-4f78-84b3-8f47a8f6885d" providerId="ADAL" clId="{95820D90-072E-4EA5-9616-0A5B64E5838D}" dt="2026-02-27T01:10:46.850" v="119" actId="1037"/>
          <ac:spMkLst>
            <pc:docMk/>
            <pc:sldMk cId="2709113408" sldId="257"/>
            <ac:spMk id="400" creationId="{A30F2B21-DBD6-4910-AD11-3D7C1AF95271}"/>
          </ac:spMkLst>
        </pc:spChg>
        <pc:spChg chg="mod">
          <ac:chgData name="Speicher, Asher M C3C USAF USAFA CW/CS19" userId="3aca0d5c-9645-4f78-84b3-8f47a8f6885d" providerId="ADAL" clId="{95820D90-072E-4EA5-9616-0A5B64E5838D}" dt="2026-02-27T01:20:16.577" v="295" actId="20577"/>
          <ac:spMkLst>
            <pc:docMk/>
            <pc:sldMk cId="2709113408" sldId="257"/>
            <ac:spMk id="407" creationId="{F4CBA137-5F86-4502-A99A-D14661CDA876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424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512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13:37.134" v="180" actId="20577"/>
          <ac:spMkLst>
            <pc:docMk/>
            <pc:sldMk cId="2709113408" sldId="257"/>
            <ac:spMk id="573" creationId="{00000000-0000-0000-0000-000000000000}"/>
          </ac:spMkLst>
        </pc:spChg>
        <pc:spChg chg="mod">
          <ac:chgData name="Speicher, Asher M C3C USAF USAFA CW/CS19" userId="3aca0d5c-9645-4f78-84b3-8f47a8f6885d" providerId="ADAL" clId="{95820D90-072E-4EA5-9616-0A5B64E5838D}" dt="2026-02-27T01:06:54.898" v="53" actId="14100"/>
          <ac:spMkLst>
            <pc:docMk/>
            <pc:sldMk cId="2709113408" sldId="257"/>
            <ac:spMk id="582" creationId="{00000000-0000-0000-0000-000000000000}"/>
          </ac:spMkLst>
        </pc:spChg>
        <pc:cxnChg chg="add del mod">
          <ac:chgData name="Speicher, Asher M C3C USAF USAFA CW/CS19" userId="3aca0d5c-9645-4f78-84b3-8f47a8f6885d" providerId="ADAL" clId="{95820D90-072E-4EA5-9616-0A5B64E5838D}" dt="2026-02-27T01:13:16.770" v="163" actId="478"/>
          <ac:cxnSpMkLst>
            <pc:docMk/>
            <pc:sldMk cId="2709113408" sldId="257"/>
            <ac:cxnSpMk id="37" creationId="{67CDD7C9-BB5F-66EE-DBB6-13718E0C59BF}"/>
          </ac:cxnSpMkLst>
        </pc:cxnChg>
        <pc:cxnChg chg="add mod">
          <ac:chgData name="Speicher, Asher M C3C USAF USAFA CW/CS19" userId="3aca0d5c-9645-4f78-84b3-8f47a8f6885d" providerId="ADAL" clId="{95820D90-072E-4EA5-9616-0A5B64E5838D}" dt="2026-02-27T01:05:52.460" v="35" actId="1076"/>
          <ac:cxnSpMkLst>
            <pc:docMk/>
            <pc:sldMk cId="2709113408" sldId="257"/>
            <ac:cxnSpMk id="47" creationId="{86338559-1691-3FFB-6DB8-2463A1D463EC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06.803" v="56" actId="1076"/>
          <ac:cxnSpMkLst>
            <pc:docMk/>
            <pc:sldMk cId="2709113408" sldId="257"/>
            <ac:cxnSpMk id="162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11.892" v="57" actId="1076"/>
          <ac:cxnSpMkLst>
            <pc:docMk/>
            <pc:sldMk cId="2709113408" sldId="257"/>
            <ac:cxnSpMk id="164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16.347" v="58" actId="1076"/>
          <ac:cxnSpMkLst>
            <pc:docMk/>
            <pc:sldMk cId="2709113408" sldId="257"/>
            <ac:cxnSpMk id="168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20.929" v="59" actId="1076"/>
          <ac:cxnSpMkLst>
            <pc:docMk/>
            <pc:sldMk cId="2709113408" sldId="257"/>
            <ac:cxnSpMk id="175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25.850" v="60" actId="1076"/>
          <ac:cxnSpMkLst>
            <pc:docMk/>
            <pc:sldMk cId="2709113408" sldId="257"/>
            <ac:cxnSpMk id="177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33.117" v="63" actId="1038"/>
          <ac:cxnSpMkLst>
            <pc:docMk/>
            <pc:sldMk cId="2709113408" sldId="257"/>
            <ac:cxnSpMk id="181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38.741" v="66" actId="1038"/>
          <ac:cxnSpMkLst>
            <pc:docMk/>
            <pc:sldMk cId="2709113408" sldId="257"/>
            <ac:cxnSpMk id="203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42.500" v="69" actId="1038"/>
          <ac:cxnSpMkLst>
            <pc:docMk/>
            <pc:sldMk cId="2709113408" sldId="257"/>
            <ac:cxnSpMk id="206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45.821" v="71" actId="1038"/>
          <ac:cxnSpMkLst>
            <pc:docMk/>
            <pc:sldMk cId="2709113408" sldId="257"/>
            <ac:cxnSpMk id="209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07:50.340" v="74" actId="1038"/>
          <ac:cxnSpMkLst>
            <pc:docMk/>
            <pc:sldMk cId="2709113408" sldId="257"/>
            <ac:cxnSpMk id="212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4:21.821" v="203" actId="1076"/>
          <ac:cxnSpMkLst>
            <pc:docMk/>
            <pc:sldMk cId="2709113408" sldId="257"/>
            <ac:cxnSpMk id="279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0:57.311" v="122" actId="14100"/>
          <ac:cxnSpMkLst>
            <pc:docMk/>
            <pc:sldMk cId="2709113408" sldId="257"/>
            <ac:cxnSpMk id="337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6:49.940" v="238" actId="14100"/>
          <ac:cxnSpMkLst>
            <pc:docMk/>
            <pc:sldMk cId="2709113408" sldId="257"/>
            <ac:cxnSpMk id="384" creationId="{00000000-0000-0000-0000-000000000000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1:51.560" v="127" actId="1076"/>
          <ac:cxnSpMkLst>
            <pc:docMk/>
            <pc:sldMk cId="2709113408" sldId="257"/>
            <ac:cxnSpMk id="387" creationId="{69DBD65E-4271-4DAB-AE75-F7D361B7BE22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0:46.850" v="119" actId="1037"/>
          <ac:cxnSpMkLst>
            <pc:docMk/>
            <pc:sldMk cId="2709113408" sldId="257"/>
            <ac:cxnSpMk id="402" creationId="{78A6EC16-4110-4AA2-A62B-4C0C2879512F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10:46.850" v="119" actId="1037"/>
          <ac:cxnSpMkLst>
            <pc:docMk/>
            <pc:sldMk cId="2709113408" sldId="257"/>
            <ac:cxnSpMk id="403" creationId="{C632027F-CA36-4606-B17B-AFA96CF457B8}"/>
          </ac:cxnSpMkLst>
        </pc:cxnChg>
        <pc:cxnChg chg="mod">
          <ac:chgData name="Speicher, Asher M C3C USAF USAFA CW/CS19" userId="3aca0d5c-9645-4f78-84b3-8f47a8f6885d" providerId="ADAL" clId="{95820D90-072E-4EA5-9616-0A5B64E5838D}" dt="2026-02-27T01:20:15.898" v="290" actId="20577"/>
          <ac:cxnSpMkLst>
            <pc:docMk/>
            <pc:sldMk cId="2709113408" sldId="257"/>
            <ac:cxnSpMk id="406" creationId="{63D45164-78C3-4926-8FF0-083DE950532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2FD15C-CBA0-4BCE-BE84-26287205EF6C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173521-01E7-4F12-A9B0-EB7746E299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810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6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0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4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8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200" algn="l" defTabSz="18288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173521-01E7-4F12-A9B0-EB7746E2991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6492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4260853"/>
            <a:ext cx="15544800" cy="29400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7772400"/>
            <a:ext cx="12801600" cy="35052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572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5486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6400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7315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26" y="8813803"/>
            <a:ext cx="15544800" cy="2724150"/>
          </a:xfrm>
        </p:spPr>
        <p:txBody>
          <a:bodyPr anchor="t"/>
          <a:lstStyle>
            <a:lvl1pPr algn="l">
              <a:defRPr sz="8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4626" y="5813427"/>
            <a:ext cx="15544800" cy="3000374"/>
          </a:xfrm>
        </p:spPr>
        <p:txBody>
          <a:bodyPr anchor="b"/>
          <a:lstStyle>
            <a:lvl1pPr marL="0" indent="0">
              <a:buNone/>
              <a:defRPr sz="4000">
                <a:solidFill>
                  <a:schemeClr val="tx1">
                    <a:tint val="7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96400" y="3200403"/>
            <a:ext cx="8077200" cy="9051926"/>
          </a:xfrm>
        </p:spPr>
        <p:txBody>
          <a:bodyPr/>
          <a:lstStyle>
            <a:lvl1pPr>
              <a:defRPr sz="5600"/>
            </a:lvl1pPr>
            <a:lvl2pPr>
              <a:defRPr sz="4800"/>
            </a:lvl2pPr>
            <a:lvl3pPr>
              <a:defRPr sz="4000"/>
            </a:lvl3pPr>
            <a:lvl4pPr>
              <a:defRPr sz="3600"/>
            </a:lvl4pPr>
            <a:lvl5pPr>
              <a:defRPr sz="3600"/>
            </a:lvl5pPr>
            <a:lvl6pPr>
              <a:defRPr sz="3600"/>
            </a:lvl6pPr>
            <a:lvl7pPr>
              <a:defRPr sz="3600"/>
            </a:lvl7pPr>
            <a:lvl8pPr>
              <a:defRPr sz="3600"/>
            </a:lvl8pPr>
            <a:lvl9pPr>
              <a:defRPr sz="3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070226"/>
            <a:ext cx="8080376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349750"/>
            <a:ext cx="8080376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90053" y="3070226"/>
            <a:ext cx="8083550" cy="12795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90053" y="4349750"/>
            <a:ext cx="8083550" cy="7902576"/>
          </a:xfrm>
        </p:spPr>
        <p:txBody>
          <a:bodyPr/>
          <a:lstStyle>
            <a:lvl1pPr>
              <a:defRPr sz="4800"/>
            </a:lvl1pPr>
            <a:lvl2pPr>
              <a:defRPr sz="4000"/>
            </a:lvl2pPr>
            <a:lvl3pPr>
              <a:defRPr sz="3600"/>
            </a:lvl3pPr>
            <a:lvl4pPr>
              <a:defRPr sz="3200"/>
            </a:lvl4pPr>
            <a:lvl5pPr>
              <a:defRPr sz="3200"/>
            </a:lvl5pPr>
            <a:lvl6pPr>
              <a:defRPr sz="3200"/>
            </a:lvl6pPr>
            <a:lvl7pPr>
              <a:defRPr sz="3200"/>
            </a:lvl7pPr>
            <a:lvl8pPr>
              <a:defRPr sz="3200"/>
            </a:lvl8pPr>
            <a:lvl9pPr>
              <a:defRPr sz="3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3" y="546100"/>
            <a:ext cx="6016626" cy="2324100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100" y="546103"/>
            <a:ext cx="10223500" cy="11706226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3" y="2870203"/>
            <a:ext cx="6016626" cy="9382126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4576" y="9601200"/>
            <a:ext cx="10972800" cy="1133476"/>
          </a:xfrm>
        </p:spPr>
        <p:txBody>
          <a:bodyPr anchor="b"/>
          <a:lstStyle>
            <a:lvl1pPr algn="l"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584576" y="1225550"/>
            <a:ext cx="10972800" cy="8229600"/>
          </a:xfr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4576" y="10734676"/>
            <a:ext cx="10972800" cy="1609724"/>
          </a:xfrm>
        </p:spPr>
        <p:txBody>
          <a:bodyPr/>
          <a:lstStyle>
            <a:lvl1pPr marL="0" indent="0">
              <a:buNone/>
              <a:defRPr sz="28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258800" y="549279"/>
            <a:ext cx="4114800" cy="11703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549279"/>
            <a:ext cx="12039600" cy="117030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549276"/>
            <a:ext cx="16459200" cy="2286000"/>
          </a:xfrm>
          <a:prstGeom prst="rect">
            <a:avLst/>
          </a:prstGeom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3200403"/>
            <a:ext cx="16459200" cy="9051926"/>
          </a:xfrm>
          <a:prstGeom prst="rect">
            <a:avLst/>
          </a:prstGeom>
        </p:spPr>
        <p:txBody>
          <a:bodyPr vert="horz" lIns="182880" tIns="91440" rIns="182880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14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8400" y="12712703"/>
            <a:ext cx="5791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106400" y="12712703"/>
            <a:ext cx="4267200" cy="730250"/>
          </a:xfrm>
          <a:prstGeom prst="rect">
            <a:avLst/>
          </a:prstGeom>
        </p:spPr>
        <p:txBody>
          <a:bodyPr vert="horz" lIns="182880" tIns="91440" rIns="182880" bIns="9144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828800" rtl="0" eaLnBrk="1" latinLnBrk="0" hangingPunct="1"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85800" indent="-685800" algn="l" defTabSz="1828800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1pPr>
      <a:lvl2pPr marL="1485900" indent="-571500" algn="l" defTabSz="1828800" rtl="0" eaLnBrk="1" latinLnBrk="0" hangingPunct="1">
        <a:spcBef>
          <a:spcPct val="20000"/>
        </a:spcBef>
        <a:buFont typeface="Arial" pitchFamily="34" charset="0"/>
        <a:buChar char="–"/>
        <a:defRPr sz="56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spcBef>
          <a:spcPct val="20000"/>
        </a:spcBef>
        <a:buFont typeface="Arial" pitchFamily="34" charset="0"/>
        <a:buChar char="»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533400" y="1069460"/>
            <a:ext cx="17221200" cy="11270653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1069460"/>
            <a:ext cx="914400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Lab2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134003" y="2417101"/>
            <a:ext cx="1753829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9" name="TextBox 8"/>
          <p:cNvSpPr txBox="1"/>
          <p:nvPr/>
        </p:nvSpPr>
        <p:spPr>
          <a:xfrm>
            <a:off x="12248917" y="2390063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Num Stepper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10" name="Straight Connector 9"/>
          <p:cNvCxnSpPr>
            <a:stCxn id="11" idx="3"/>
            <a:endCxn id="20" idx="1"/>
          </p:cNvCxnSpPr>
          <p:nvPr/>
        </p:nvCxnSpPr>
        <p:spPr>
          <a:xfrm>
            <a:off x="11643555" y="2571762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110155" y="2387096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2" name="Straight Connector 11"/>
          <p:cNvCxnSpPr>
            <a:stCxn id="13" idx="3"/>
            <a:endCxn id="21" idx="1"/>
          </p:cNvCxnSpPr>
          <p:nvPr/>
        </p:nvCxnSpPr>
        <p:spPr>
          <a:xfrm>
            <a:off x="11641097" y="2805284"/>
            <a:ext cx="48515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623024" y="2620618"/>
            <a:ext cx="101807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14" name="Straight Connector 13"/>
          <p:cNvCxnSpPr>
            <a:stCxn id="15" idx="3"/>
            <a:endCxn id="22" idx="1"/>
          </p:cNvCxnSpPr>
          <p:nvPr/>
        </p:nvCxnSpPr>
        <p:spPr>
          <a:xfrm>
            <a:off x="11650622" y="3032963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891080" y="2848297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cxnSp>
        <p:nvCxnSpPr>
          <p:cNvPr id="16" name="Straight Connector 15"/>
          <p:cNvCxnSpPr/>
          <p:nvPr/>
        </p:nvCxnSpPr>
        <p:spPr>
          <a:xfrm flipV="1">
            <a:off x="13886604" y="2617389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887832" y="2296034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tr_volt</a:t>
            </a:r>
            <a:endParaRPr lang="en-US" sz="1800" dirty="0"/>
          </a:p>
        </p:txBody>
      </p:sp>
      <p:sp>
        <p:nvSpPr>
          <p:cNvPr id="18" name="Rounded Rectangle 17"/>
          <p:cNvSpPr/>
          <p:nvPr/>
        </p:nvSpPr>
        <p:spPr>
          <a:xfrm>
            <a:off x="929878" y="1619008"/>
            <a:ext cx="16367522" cy="8587506"/>
          </a:xfrm>
          <a:prstGeom prst="roundRect">
            <a:avLst>
              <a:gd name="adj" fmla="val 3818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9" name="TextBox 18"/>
          <p:cNvSpPr txBox="1"/>
          <p:nvPr/>
        </p:nvSpPr>
        <p:spPr>
          <a:xfrm>
            <a:off x="990600" y="1619008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2400" b="1" dirty="0"/>
              <a:t>Lab2_dp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26248" y="2387096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1" name="TextBox 20"/>
          <p:cNvSpPr txBox="1"/>
          <p:nvPr/>
        </p:nvSpPr>
        <p:spPr>
          <a:xfrm>
            <a:off x="12126247" y="2620618"/>
            <a:ext cx="99285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22" name="TextBox 21"/>
          <p:cNvSpPr txBox="1"/>
          <p:nvPr/>
        </p:nvSpPr>
        <p:spPr>
          <a:xfrm>
            <a:off x="12135773" y="2848297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23" name="Rounded Rectangle 22"/>
          <p:cNvSpPr/>
          <p:nvPr/>
        </p:nvSpPr>
        <p:spPr>
          <a:xfrm>
            <a:off x="12169649" y="3309986"/>
            <a:ext cx="1753829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4" name="TextBox 23"/>
          <p:cNvSpPr txBox="1"/>
          <p:nvPr/>
        </p:nvSpPr>
        <p:spPr>
          <a:xfrm>
            <a:off x="12284563" y="3282948"/>
            <a:ext cx="1524000" cy="30777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70C0"/>
                </a:solidFill>
              </a:rPr>
              <a:t>Num Stepper</a:t>
            </a:r>
            <a:endParaRPr lang="en-US" b="1" dirty="0">
              <a:solidFill>
                <a:srgbClr val="0070C0"/>
              </a:solidFill>
            </a:endParaRPr>
          </a:p>
        </p:txBody>
      </p:sp>
      <p:cxnSp>
        <p:nvCxnSpPr>
          <p:cNvPr id="25" name="Straight Connector 24"/>
          <p:cNvCxnSpPr>
            <a:stCxn id="26" idx="3"/>
            <a:endCxn id="31" idx="1"/>
          </p:cNvCxnSpPr>
          <p:nvPr/>
        </p:nvCxnSpPr>
        <p:spPr>
          <a:xfrm>
            <a:off x="11679201" y="3464647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145801" y="327998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27" name="Straight Connector 26"/>
          <p:cNvCxnSpPr>
            <a:stCxn id="28" idx="3"/>
          </p:cNvCxnSpPr>
          <p:nvPr/>
        </p:nvCxnSpPr>
        <p:spPr>
          <a:xfrm>
            <a:off x="11676743" y="3698169"/>
            <a:ext cx="485151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668000" y="3513503"/>
            <a:ext cx="100874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29" name="Straight Connector 28"/>
          <p:cNvCxnSpPr>
            <a:stCxn id="30" idx="3"/>
            <a:endCxn id="33" idx="1"/>
          </p:cNvCxnSpPr>
          <p:nvPr/>
        </p:nvCxnSpPr>
        <p:spPr>
          <a:xfrm>
            <a:off x="11686268" y="3925848"/>
            <a:ext cx="48515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926726" y="37411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31" name="TextBox 30"/>
          <p:cNvSpPr txBox="1"/>
          <p:nvPr/>
        </p:nvSpPr>
        <p:spPr>
          <a:xfrm>
            <a:off x="12161894" y="3279981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2" name="TextBox 31"/>
          <p:cNvSpPr txBox="1"/>
          <p:nvPr/>
        </p:nvSpPr>
        <p:spPr>
          <a:xfrm>
            <a:off x="12171419" y="3513503"/>
            <a:ext cx="9443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3" name="TextBox 32"/>
          <p:cNvSpPr txBox="1"/>
          <p:nvPr/>
        </p:nvSpPr>
        <p:spPr>
          <a:xfrm>
            <a:off x="12171419" y="37411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cxnSp>
        <p:nvCxnSpPr>
          <p:cNvPr id="34" name="Straight Connector 33"/>
          <p:cNvCxnSpPr/>
          <p:nvPr/>
        </p:nvCxnSpPr>
        <p:spPr>
          <a:xfrm flipV="1">
            <a:off x="13912847" y="3472614"/>
            <a:ext cx="835742" cy="3234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3914075" y="3151259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6" name="Rounded Rectangle 35"/>
          <p:cNvSpPr/>
          <p:nvPr/>
        </p:nvSpPr>
        <p:spPr>
          <a:xfrm>
            <a:off x="967767" y="10845380"/>
            <a:ext cx="4570770" cy="129858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60" name="TextBox 59"/>
          <p:cNvSpPr txBox="1"/>
          <p:nvPr/>
        </p:nvSpPr>
        <p:spPr>
          <a:xfrm>
            <a:off x="959681" y="10845380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Lab2_cu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019032" y="9492449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2" name="TextBox 61"/>
          <p:cNvSpPr txBox="1"/>
          <p:nvPr/>
        </p:nvSpPr>
        <p:spPr>
          <a:xfrm>
            <a:off x="3485632" y="949244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sw</a:t>
            </a:r>
            <a:endParaRPr lang="en-US" sz="1800" dirty="0"/>
          </a:p>
        </p:txBody>
      </p:sp>
      <p:cxnSp>
        <p:nvCxnSpPr>
          <p:cNvPr id="63" name="Straight Connector 62"/>
          <p:cNvCxnSpPr/>
          <p:nvPr/>
        </p:nvCxnSpPr>
        <p:spPr>
          <a:xfrm>
            <a:off x="3770972" y="9861781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/>
          <p:nvPr/>
        </p:nvCxnSpPr>
        <p:spPr>
          <a:xfrm>
            <a:off x="4474696" y="9861782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4479304" y="10483050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6" name="TextBox 65"/>
          <p:cNvSpPr txBox="1"/>
          <p:nvPr/>
        </p:nvSpPr>
        <p:spPr>
          <a:xfrm>
            <a:off x="3190357" y="1048305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sw</a:t>
            </a:r>
            <a:endParaRPr lang="en-US" sz="1800" dirty="0"/>
          </a:p>
        </p:txBody>
      </p:sp>
      <p:sp>
        <p:nvSpPr>
          <p:cNvPr id="67" name="TextBox 66"/>
          <p:cNvSpPr txBox="1"/>
          <p:nvPr/>
        </p:nvSpPr>
        <p:spPr>
          <a:xfrm>
            <a:off x="4479304" y="10864050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sp>
        <p:nvSpPr>
          <p:cNvPr id="68" name="TextBox 67"/>
          <p:cNvSpPr txBox="1"/>
          <p:nvPr/>
        </p:nvSpPr>
        <p:spPr>
          <a:xfrm>
            <a:off x="3190357" y="1086405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sw</a:t>
            </a:r>
            <a:endParaRPr lang="en-US" sz="1800" dirty="0"/>
          </a:p>
        </p:txBody>
      </p:sp>
      <p:cxnSp>
        <p:nvCxnSpPr>
          <p:cNvPr id="71" name="Straight Connector 70"/>
          <p:cNvCxnSpPr/>
          <p:nvPr/>
        </p:nvCxnSpPr>
        <p:spPr>
          <a:xfrm flipV="1">
            <a:off x="3599226" y="10318981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4312884" y="1036291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7518177" y="9492449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R_Bus_Out</a:t>
            </a:r>
            <a:endParaRPr lang="en-US" sz="1800" dirty="0"/>
          </a:p>
        </p:txBody>
      </p:sp>
      <p:sp>
        <p:nvSpPr>
          <p:cNvPr id="76" name="TextBox 75"/>
          <p:cNvSpPr txBox="1"/>
          <p:nvPr/>
        </p:nvSpPr>
        <p:spPr>
          <a:xfrm>
            <a:off x="6501685" y="9508318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L_Bus</a:t>
            </a:r>
            <a:r>
              <a:rPr lang="en-US" sz="1800" dirty="0"/>
              <a:t> Out</a:t>
            </a:r>
          </a:p>
        </p:txBody>
      </p:sp>
      <p:cxnSp>
        <p:nvCxnSpPr>
          <p:cNvPr id="77" name="Straight Connector 76"/>
          <p:cNvCxnSpPr/>
          <p:nvPr/>
        </p:nvCxnSpPr>
        <p:spPr>
          <a:xfrm>
            <a:off x="7210015" y="9877650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304264" y="9877651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8308872" y="10498919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210015" y="1049891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584553" y="11150594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R_Bus</a:t>
            </a:r>
            <a:r>
              <a:rPr lang="en-US" sz="1800" dirty="0"/>
              <a:t> Out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619651" y="11150594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L_Bus_Out</a:t>
            </a:r>
            <a:endParaRPr lang="en-US" sz="1800" dirty="0"/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7038269" y="10334850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 flipV="1">
            <a:off x="8142452" y="10378785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/>
          <p:cNvSpPr txBox="1"/>
          <p:nvPr/>
        </p:nvSpPr>
        <p:spPr>
          <a:xfrm>
            <a:off x="9880377" y="9474437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exRBus</a:t>
            </a:r>
            <a:endParaRPr lang="en-US" sz="1800" dirty="0"/>
          </a:p>
        </p:txBody>
      </p:sp>
      <p:sp>
        <p:nvSpPr>
          <p:cNvPr id="96" name="TextBox 95"/>
          <p:cNvSpPr txBox="1"/>
          <p:nvPr/>
        </p:nvSpPr>
        <p:spPr>
          <a:xfrm>
            <a:off x="8863885" y="9490306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97" name="Straight Connector 96"/>
          <p:cNvCxnSpPr/>
          <p:nvPr/>
        </p:nvCxnSpPr>
        <p:spPr>
          <a:xfrm>
            <a:off x="9572215" y="9859638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/>
          <p:nvPr/>
        </p:nvCxnSpPr>
        <p:spPr>
          <a:xfrm>
            <a:off x="10666464" y="9859639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10671072" y="10480907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572215" y="1048090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16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946753" y="11132582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exRBus</a:t>
            </a:r>
            <a:endParaRPr lang="en-US" sz="1800" dirty="0"/>
          </a:p>
        </p:txBody>
      </p:sp>
      <p:sp>
        <p:nvSpPr>
          <p:cNvPr id="102" name="TextBox 101"/>
          <p:cNvSpPr txBox="1"/>
          <p:nvPr/>
        </p:nvSpPr>
        <p:spPr>
          <a:xfrm>
            <a:off x="8981851" y="11132582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103" name="Straight Connector 102"/>
          <p:cNvCxnSpPr/>
          <p:nvPr/>
        </p:nvCxnSpPr>
        <p:spPr>
          <a:xfrm flipV="1">
            <a:off x="9400469" y="10316838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10504652" y="10360773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/>
          <p:cNvSpPr txBox="1"/>
          <p:nvPr/>
        </p:nvSpPr>
        <p:spPr>
          <a:xfrm>
            <a:off x="15290577" y="9474437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clear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4274085" y="9490306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cxnSp>
        <p:nvCxnSpPr>
          <p:cNvPr id="107" name="Straight Connector 106"/>
          <p:cNvCxnSpPr/>
          <p:nvPr/>
        </p:nvCxnSpPr>
        <p:spPr>
          <a:xfrm>
            <a:off x="14982415" y="9859638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16076664" y="9859639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15356953" y="11044714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flagClear</a:t>
            </a:r>
            <a:endParaRPr lang="en-US" sz="1800" dirty="0"/>
          </a:p>
        </p:txBody>
      </p:sp>
      <p:sp>
        <p:nvSpPr>
          <p:cNvPr id="112" name="TextBox 111"/>
          <p:cNvSpPr txBox="1"/>
          <p:nvPr/>
        </p:nvSpPr>
        <p:spPr>
          <a:xfrm>
            <a:off x="14392051" y="11044714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flagQ</a:t>
            </a:r>
            <a:endParaRPr lang="en-US" sz="1800" dirty="0"/>
          </a:p>
        </p:txBody>
      </p:sp>
      <p:sp>
        <p:nvSpPr>
          <p:cNvPr id="115" name="Rounded Rectangle 114"/>
          <p:cNvSpPr/>
          <p:nvPr/>
        </p:nvSpPr>
        <p:spPr>
          <a:xfrm>
            <a:off x="14020800" y="8554400"/>
            <a:ext cx="2924390" cy="129858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116" name="TextBox 115"/>
          <p:cNvSpPr txBox="1"/>
          <p:nvPr/>
        </p:nvSpPr>
        <p:spPr>
          <a:xfrm>
            <a:off x="14042735" y="8554400"/>
            <a:ext cx="1844971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flag register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5597873" y="7551182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ready</a:t>
            </a:r>
          </a:p>
        </p:txBody>
      </p:sp>
      <p:cxnSp>
        <p:nvCxnSpPr>
          <p:cNvPr id="118" name="Straight Connector 117"/>
          <p:cNvCxnSpPr>
            <a:stCxn id="117" idx="2"/>
          </p:cNvCxnSpPr>
          <p:nvPr/>
        </p:nvCxnSpPr>
        <p:spPr>
          <a:xfrm flipH="1">
            <a:off x="16306203" y="7920514"/>
            <a:ext cx="1" cy="646059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5715839" y="8578240"/>
            <a:ext cx="12027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set</a:t>
            </a:r>
          </a:p>
        </p:txBody>
      </p:sp>
      <p:cxnSp>
        <p:nvCxnSpPr>
          <p:cNvPr id="123" name="Straight Connector 122"/>
          <p:cNvCxnSpPr>
            <a:stCxn id="127" idx="3"/>
          </p:cNvCxnSpPr>
          <p:nvPr/>
        </p:nvCxnSpPr>
        <p:spPr>
          <a:xfrm flipV="1">
            <a:off x="16829010" y="4184638"/>
            <a:ext cx="1458990" cy="5642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/>
          <p:cNvCxnSpPr/>
          <p:nvPr/>
        </p:nvCxnSpPr>
        <p:spPr>
          <a:xfrm flipV="1">
            <a:off x="16840200" y="4553312"/>
            <a:ext cx="1447800" cy="588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/>
          <p:cNvSpPr txBox="1"/>
          <p:nvPr/>
        </p:nvSpPr>
        <p:spPr>
          <a:xfrm>
            <a:off x="15840868" y="4005614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tmds</a:t>
            </a:r>
            <a:endParaRPr lang="en-US" sz="1800" dirty="0"/>
          </a:p>
        </p:txBody>
      </p:sp>
      <p:sp>
        <p:nvSpPr>
          <p:cNvPr id="128" name="TextBox 127"/>
          <p:cNvSpPr txBox="1"/>
          <p:nvPr/>
        </p:nvSpPr>
        <p:spPr>
          <a:xfrm>
            <a:off x="15852058" y="4374532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tmdsb</a:t>
            </a:r>
            <a:endParaRPr lang="en-US" sz="1800" dirty="0"/>
          </a:p>
        </p:txBody>
      </p:sp>
      <p:sp>
        <p:nvSpPr>
          <p:cNvPr id="129" name="Rounded Rectangle 128"/>
          <p:cNvSpPr/>
          <p:nvPr/>
        </p:nvSpPr>
        <p:spPr>
          <a:xfrm>
            <a:off x="14706600" y="2041447"/>
            <a:ext cx="2144885" cy="4812267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15282513" y="2078676"/>
            <a:ext cx="993058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Video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9839871" y="4186715"/>
            <a:ext cx="2199729" cy="4367686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1839742" y="2149315"/>
            <a:ext cx="2066822" cy="830997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 err="1"/>
              <a:t>Audio_Codec_Wrapper</a:t>
            </a:r>
            <a:endParaRPr lang="en-US" sz="2400" b="1" dirty="0"/>
          </a:p>
        </p:txBody>
      </p:sp>
      <p:cxnSp>
        <p:nvCxnSpPr>
          <p:cNvPr id="140" name="Straight Connector 139"/>
          <p:cNvCxnSpPr>
            <a:stCxn id="141" idx="3"/>
            <a:endCxn id="145" idx="1"/>
          </p:cNvCxnSpPr>
          <p:nvPr/>
        </p:nvCxnSpPr>
        <p:spPr>
          <a:xfrm flipV="1">
            <a:off x="4326954" y="4968897"/>
            <a:ext cx="482692" cy="16873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3193593" y="4802587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L_bus_in</a:t>
            </a:r>
            <a:endParaRPr lang="en-US" sz="1800" dirty="0"/>
          </a:p>
        </p:txBody>
      </p:sp>
      <p:cxnSp>
        <p:nvCxnSpPr>
          <p:cNvPr id="142" name="Straight Connector 141"/>
          <p:cNvCxnSpPr>
            <a:stCxn id="143" idx="3"/>
            <a:endCxn id="146" idx="1"/>
          </p:cNvCxnSpPr>
          <p:nvPr/>
        </p:nvCxnSpPr>
        <p:spPr>
          <a:xfrm>
            <a:off x="4336371" y="5294009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3205468" y="5109343"/>
            <a:ext cx="1130903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R_bus_in</a:t>
            </a:r>
            <a:endParaRPr lang="en-US" sz="1800" dirty="0"/>
          </a:p>
        </p:txBody>
      </p:sp>
      <p:sp>
        <p:nvSpPr>
          <p:cNvPr id="145" name="TextBox 144"/>
          <p:cNvSpPr txBox="1"/>
          <p:nvPr/>
        </p:nvSpPr>
        <p:spPr>
          <a:xfrm>
            <a:off x="4809646" y="4799620"/>
            <a:ext cx="1338711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Ch1.to_ac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821521" y="5109343"/>
            <a:ext cx="1259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R_bus_in</a:t>
            </a:r>
            <a:endParaRPr lang="en-US" sz="1800" dirty="0"/>
          </a:p>
        </p:txBody>
      </p:sp>
      <p:cxnSp>
        <p:nvCxnSpPr>
          <p:cNvPr id="149" name="Straight Connector 148"/>
          <p:cNvCxnSpPr>
            <a:stCxn id="150" idx="3"/>
            <a:endCxn id="153" idx="1"/>
          </p:cNvCxnSpPr>
          <p:nvPr/>
        </p:nvCxnSpPr>
        <p:spPr>
          <a:xfrm flipV="1">
            <a:off x="4343779" y="5581936"/>
            <a:ext cx="482692" cy="1835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3111064" y="5415626"/>
            <a:ext cx="1232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L_bus_out</a:t>
            </a:r>
            <a:endParaRPr lang="en-US" sz="1800" dirty="0"/>
          </a:p>
        </p:txBody>
      </p:sp>
      <p:cxnSp>
        <p:nvCxnSpPr>
          <p:cNvPr id="151" name="Straight Connector 150"/>
          <p:cNvCxnSpPr/>
          <p:nvPr/>
        </p:nvCxnSpPr>
        <p:spPr>
          <a:xfrm>
            <a:off x="4353196" y="5912761"/>
            <a:ext cx="485150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3122939" y="5722382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R_bus_out</a:t>
            </a:r>
            <a:endParaRPr lang="en-US" sz="1800" dirty="0"/>
          </a:p>
        </p:txBody>
      </p:sp>
      <p:sp>
        <p:nvSpPr>
          <p:cNvPr id="153" name="TextBox 152"/>
          <p:cNvSpPr txBox="1"/>
          <p:nvPr/>
        </p:nvSpPr>
        <p:spPr>
          <a:xfrm>
            <a:off x="4826471" y="5412659"/>
            <a:ext cx="1338711" cy="338554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600" dirty="0">
                <a:solidFill>
                  <a:srgbClr val="0070C0"/>
                </a:solidFill>
              </a:rPr>
              <a:t>Ch1.from_ac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838346" y="5722382"/>
            <a:ext cx="12597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R_bus_out</a:t>
            </a:r>
            <a:endParaRPr lang="en-US" sz="1800" dirty="0"/>
          </a:p>
        </p:txBody>
      </p:sp>
      <p:cxnSp>
        <p:nvCxnSpPr>
          <p:cNvPr id="157" name="Straight Connector 156"/>
          <p:cNvCxnSpPr/>
          <p:nvPr/>
        </p:nvCxnSpPr>
        <p:spPr>
          <a:xfrm>
            <a:off x="4312884" y="4676038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/>
          <p:cNvSpPr txBox="1"/>
          <p:nvPr/>
        </p:nvSpPr>
        <p:spPr>
          <a:xfrm>
            <a:off x="3506283" y="4486552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ready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974056" y="4486552"/>
            <a:ext cx="81714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r>
              <a:rPr lang="en-US" sz="1800" dirty="0"/>
              <a:t>(0)</a:t>
            </a:r>
          </a:p>
        </p:txBody>
      </p:sp>
      <p:cxnSp>
        <p:nvCxnSpPr>
          <p:cNvPr id="162" name="Straight Connector 161"/>
          <p:cNvCxnSpPr>
            <a:stCxn id="163" idx="3"/>
            <a:endCxn id="166" idx="1"/>
          </p:cNvCxnSpPr>
          <p:nvPr/>
        </p:nvCxnSpPr>
        <p:spPr>
          <a:xfrm>
            <a:off x="427849" y="3021290"/>
            <a:ext cx="932809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-105551" y="283662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cxnSp>
        <p:nvCxnSpPr>
          <p:cNvPr id="164" name="Straight Connector 163"/>
          <p:cNvCxnSpPr>
            <a:stCxn id="165" idx="3"/>
            <a:endCxn id="167" idx="1"/>
          </p:cNvCxnSpPr>
          <p:nvPr/>
        </p:nvCxnSpPr>
        <p:spPr>
          <a:xfrm>
            <a:off x="445348" y="3283553"/>
            <a:ext cx="915310" cy="17514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TextBox 164"/>
          <p:cNvSpPr txBox="1"/>
          <p:nvPr/>
        </p:nvSpPr>
        <p:spPr>
          <a:xfrm>
            <a:off x="-597328" y="3098887"/>
            <a:ext cx="10426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66" name="TextBox 165"/>
          <p:cNvSpPr txBox="1"/>
          <p:nvPr/>
        </p:nvSpPr>
        <p:spPr>
          <a:xfrm>
            <a:off x="1360658" y="283662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67" name="TextBox 166"/>
          <p:cNvSpPr txBox="1"/>
          <p:nvPr/>
        </p:nvSpPr>
        <p:spPr>
          <a:xfrm>
            <a:off x="1360658" y="3116401"/>
            <a:ext cx="93361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168" name="Straight Connector 167"/>
          <p:cNvCxnSpPr>
            <a:stCxn id="169" idx="3"/>
            <a:endCxn id="170" idx="1"/>
          </p:cNvCxnSpPr>
          <p:nvPr/>
        </p:nvCxnSpPr>
        <p:spPr>
          <a:xfrm>
            <a:off x="458430" y="3558624"/>
            <a:ext cx="897314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TextBox 168"/>
          <p:cNvSpPr txBox="1"/>
          <p:nvPr/>
        </p:nvSpPr>
        <p:spPr>
          <a:xfrm>
            <a:off x="-301112" y="337395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ctrl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1355744" y="337395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ctrl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26325" y="2722089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173" name="TextBox 172"/>
          <p:cNvSpPr txBox="1"/>
          <p:nvPr/>
        </p:nvSpPr>
        <p:spPr>
          <a:xfrm>
            <a:off x="314592" y="3001866"/>
            <a:ext cx="104267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174" name="TextBox 173"/>
          <p:cNvSpPr txBox="1"/>
          <p:nvPr/>
        </p:nvSpPr>
        <p:spPr>
          <a:xfrm>
            <a:off x="592811" y="3259423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ctrl</a:t>
            </a:r>
          </a:p>
        </p:txBody>
      </p:sp>
      <p:cxnSp>
        <p:nvCxnSpPr>
          <p:cNvPr id="175" name="Straight Connector 174"/>
          <p:cNvCxnSpPr>
            <a:cxnSpLocks/>
            <a:stCxn id="176" idx="3"/>
            <a:endCxn id="179" idx="1"/>
          </p:cNvCxnSpPr>
          <p:nvPr/>
        </p:nvCxnSpPr>
        <p:spPr>
          <a:xfrm>
            <a:off x="472678" y="3845714"/>
            <a:ext cx="883029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TextBox 175"/>
          <p:cNvSpPr txBox="1"/>
          <p:nvPr/>
        </p:nvSpPr>
        <p:spPr>
          <a:xfrm>
            <a:off x="-1270130" y="3661048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ac_mclk</a:t>
            </a:r>
            <a:endParaRPr lang="en-US" sz="1800" dirty="0"/>
          </a:p>
        </p:txBody>
      </p:sp>
      <p:cxnSp>
        <p:nvCxnSpPr>
          <p:cNvPr id="177" name="Straight Connector 176"/>
          <p:cNvCxnSpPr>
            <a:cxnSpLocks/>
            <a:stCxn id="178" idx="3"/>
            <a:endCxn id="180" idx="1"/>
          </p:cNvCxnSpPr>
          <p:nvPr/>
        </p:nvCxnSpPr>
        <p:spPr>
          <a:xfrm>
            <a:off x="472678" y="4115559"/>
            <a:ext cx="883029" cy="993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-1267673" y="3930893"/>
            <a:ext cx="174035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ac_adc_sdata</a:t>
            </a:r>
            <a:endParaRPr lang="en-US" sz="1800" dirty="0"/>
          </a:p>
        </p:txBody>
      </p:sp>
      <p:sp>
        <p:nvSpPr>
          <p:cNvPr id="179" name="TextBox 178"/>
          <p:cNvSpPr txBox="1"/>
          <p:nvPr/>
        </p:nvSpPr>
        <p:spPr>
          <a:xfrm>
            <a:off x="1355707" y="3661048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ac_mclk</a:t>
            </a:r>
            <a:endParaRPr lang="en-US" sz="1800" dirty="0"/>
          </a:p>
        </p:txBody>
      </p:sp>
      <p:sp>
        <p:nvSpPr>
          <p:cNvPr id="180" name="TextBox 179"/>
          <p:cNvSpPr txBox="1"/>
          <p:nvPr/>
        </p:nvSpPr>
        <p:spPr>
          <a:xfrm>
            <a:off x="1355707" y="3940825"/>
            <a:ext cx="207025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ac_adc_sdata</a:t>
            </a:r>
            <a:r>
              <a:rPr lang="en-US" sz="1800" dirty="0"/>
              <a:t>(In)</a:t>
            </a:r>
          </a:p>
        </p:txBody>
      </p:sp>
      <p:cxnSp>
        <p:nvCxnSpPr>
          <p:cNvPr id="181" name="Straight Connector 180"/>
          <p:cNvCxnSpPr>
            <a:cxnSpLocks/>
            <a:stCxn id="182" idx="3"/>
            <a:endCxn id="183" idx="1"/>
          </p:cNvCxnSpPr>
          <p:nvPr/>
        </p:nvCxnSpPr>
        <p:spPr>
          <a:xfrm>
            <a:off x="457200" y="4383048"/>
            <a:ext cx="893593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-1278236" y="4198382"/>
            <a:ext cx="173543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ac_dac_sdata</a:t>
            </a:r>
            <a:endParaRPr lang="en-US" sz="1800" dirty="0"/>
          </a:p>
        </p:txBody>
      </p:sp>
      <p:sp>
        <p:nvSpPr>
          <p:cNvPr id="183" name="TextBox 182"/>
          <p:cNvSpPr txBox="1"/>
          <p:nvPr/>
        </p:nvSpPr>
        <p:spPr>
          <a:xfrm>
            <a:off x="1350793" y="4198382"/>
            <a:ext cx="213483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ac_dac_sdata</a:t>
            </a:r>
            <a:r>
              <a:rPr lang="en-US" sz="1800" dirty="0"/>
              <a:t>(Out)</a:t>
            </a:r>
          </a:p>
        </p:txBody>
      </p:sp>
      <p:cxnSp>
        <p:nvCxnSpPr>
          <p:cNvPr id="203" name="Straight Connector 202"/>
          <p:cNvCxnSpPr>
            <a:cxnSpLocks/>
            <a:stCxn id="204" idx="3"/>
            <a:endCxn id="205" idx="1"/>
          </p:cNvCxnSpPr>
          <p:nvPr/>
        </p:nvCxnSpPr>
        <p:spPr>
          <a:xfrm>
            <a:off x="457200" y="4664305"/>
            <a:ext cx="898507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TextBox 203"/>
          <p:cNvSpPr txBox="1"/>
          <p:nvPr/>
        </p:nvSpPr>
        <p:spPr>
          <a:xfrm>
            <a:off x="-1285608" y="44796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ac_bclk</a:t>
            </a:r>
            <a:endParaRPr lang="en-US" sz="1800" dirty="0"/>
          </a:p>
        </p:txBody>
      </p:sp>
      <p:sp>
        <p:nvSpPr>
          <p:cNvPr id="205" name="TextBox 204"/>
          <p:cNvSpPr txBox="1"/>
          <p:nvPr/>
        </p:nvSpPr>
        <p:spPr>
          <a:xfrm>
            <a:off x="1355707" y="44796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ac_bclk</a:t>
            </a:r>
            <a:endParaRPr lang="en-US" sz="1800" dirty="0"/>
          </a:p>
        </p:txBody>
      </p:sp>
      <p:cxnSp>
        <p:nvCxnSpPr>
          <p:cNvPr id="206" name="Straight Connector 205"/>
          <p:cNvCxnSpPr>
            <a:cxnSpLocks/>
            <a:stCxn id="207" idx="3"/>
            <a:endCxn id="208" idx="1"/>
          </p:cNvCxnSpPr>
          <p:nvPr/>
        </p:nvCxnSpPr>
        <p:spPr>
          <a:xfrm>
            <a:off x="457200" y="4940405"/>
            <a:ext cx="910382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/>
          <p:cNvSpPr txBox="1"/>
          <p:nvPr/>
        </p:nvSpPr>
        <p:spPr>
          <a:xfrm>
            <a:off x="-1285608" y="47557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ac_lrclk</a:t>
            </a:r>
            <a:endParaRPr lang="en-US" sz="1800" dirty="0"/>
          </a:p>
        </p:txBody>
      </p:sp>
      <p:sp>
        <p:nvSpPr>
          <p:cNvPr id="208" name="TextBox 207"/>
          <p:cNvSpPr txBox="1"/>
          <p:nvPr/>
        </p:nvSpPr>
        <p:spPr>
          <a:xfrm>
            <a:off x="1367582" y="47557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ac_lrclk</a:t>
            </a:r>
            <a:endParaRPr lang="en-US" sz="1800" dirty="0"/>
          </a:p>
        </p:txBody>
      </p:sp>
      <p:cxnSp>
        <p:nvCxnSpPr>
          <p:cNvPr id="209" name="Straight Connector 208"/>
          <p:cNvCxnSpPr>
            <a:cxnSpLocks/>
            <a:stCxn id="210" idx="3"/>
            <a:endCxn id="211" idx="1"/>
          </p:cNvCxnSpPr>
          <p:nvPr/>
        </p:nvCxnSpPr>
        <p:spPr>
          <a:xfrm>
            <a:off x="381000" y="5245205"/>
            <a:ext cx="986582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-1361808" y="50605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scl</a:t>
            </a:r>
            <a:endParaRPr lang="en-US" sz="1800" dirty="0"/>
          </a:p>
        </p:txBody>
      </p:sp>
      <p:sp>
        <p:nvSpPr>
          <p:cNvPr id="211" name="TextBox 210"/>
          <p:cNvSpPr txBox="1"/>
          <p:nvPr/>
        </p:nvSpPr>
        <p:spPr>
          <a:xfrm>
            <a:off x="1367582" y="50605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scl</a:t>
            </a:r>
            <a:endParaRPr lang="en-US" sz="1800" dirty="0"/>
          </a:p>
        </p:txBody>
      </p:sp>
      <p:cxnSp>
        <p:nvCxnSpPr>
          <p:cNvPr id="212" name="Straight Connector 211"/>
          <p:cNvCxnSpPr>
            <a:cxnSpLocks/>
            <a:stCxn id="213" idx="3"/>
            <a:endCxn id="214" idx="1"/>
          </p:cNvCxnSpPr>
          <p:nvPr/>
        </p:nvCxnSpPr>
        <p:spPr>
          <a:xfrm>
            <a:off x="457200" y="5521305"/>
            <a:ext cx="910382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-1285608" y="5336639"/>
            <a:ext cx="174280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sda</a:t>
            </a:r>
            <a:endParaRPr lang="en-US" sz="1800" dirty="0"/>
          </a:p>
        </p:txBody>
      </p:sp>
      <p:sp>
        <p:nvSpPr>
          <p:cNvPr id="214" name="TextBox 213"/>
          <p:cNvSpPr txBox="1"/>
          <p:nvPr/>
        </p:nvSpPr>
        <p:spPr>
          <a:xfrm>
            <a:off x="1367582" y="5336639"/>
            <a:ext cx="183739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sda</a:t>
            </a:r>
            <a:endParaRPr lang="en-US" sz="1800" dirty="0"/>
          </a:p>
        </p:txBody>
      </p:sp>
      <p:sp>
        <p:nvSpPr>
          <p:cNvPr id="246" name="Rounded Rectangle 245"/>
          <p:cNvSpPr/>
          <p:nvPr/>
        </p:nvSpPr>
        <p:spPr>
          <a:xfrm>
            <a:off x="2115199" y="6315266"/>
            <a:ext cx="1548505" cy="137664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47" name="TextBox 246"/>
          <p:cNvSpPr txBox="1"/>
          <p:nvPr/>
        </p:nvSpPr>
        <p:spPr>
          <a:xfrm>
            <a:off x="2129942" y="631487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Clock_Wiz_1</a:t>
            </a:r>
            <a:endParaRPr lang="en-US" sz="4400" b="1" dirty="0"/>
          </a:p>
        </p:txBody>
      </p:sp>
      <p:cxnSp>
        <p:nvCxnSpPr>
          <p:cNvPr id="248" name="Straight Connector 247"/>
          <p:cNvCxnSpPr>
            <a:endCxn id="252" idx="1"/>
          </p:cNvCxnSpPr>
          <p:nvPr/>
        </p:nvCxnSpPr>
        <p:spPr>
          <a:xfrm>
            <a:off x="1625397" y="7147289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Straight Connector 249"/>
          <p:cNvCxnSpPr>
            <a:endCxn id="253" idx="1"/>
          </p:cNvCxnSpPr>
          <p:nvPr/>
        </p:nvCxnSpPr>
        <p:spPr>
          <a:xfrm>
            <a:off x="1622939" y="7427066"/>
            <a:ext cx="48515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2108090" y="6962623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53" name="TextBox 252"/>
          <p:cNvSpPr txBox="1"/>
          <p:nvPr/>
        </p:nvSpPr>
        <p:spPr>
          <a:xfrm>
            <a:off x="2108089" y="7242400"/>
            <a:ext cx="81656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resetn</a:t>
            </a:r>
            <a:endParaRPr lang="en-US" sz="1800" dirty="0"/>
          </a:p>
        </p:txBody>
      </p:sp>
      <p:cxnSp>
        <p:nvCxnSpPr>
          <p:cNvPr id="254" name="Straight Connector 253"/>
          <p:cNvCxnSpPr/>
          <p:nvPr/>
        </p:nvCxnSpPr>
        <p:spPr>
          <a:xfrm>
            <a:off x="3620656" y="6853236"/>
            <a:ext cx="568958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2661588" y="6668570"/>
            <a:ext cx="9906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clk_out1</a:t>
            </a:r>
          </a:p>
        </p:txBody>
      </p:sp>
      <p:cxnSp>
        <p:nvCxnSpPr>
          <p:cNvPr id="256" name="Straight Connector 255"/>
          <p:cNvCxnSpPr/>
          <p:nvPr/>
        </p:nvCxnSpPr>
        <p:spPr>
          <a:xfrm>
            <a:off x="3633964" y="7158957"/>
            <a:ext cx="5556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7" name="TextBox 256"/>
          <p:cNvSpPr txBox="1"/>
          <p:nvPr/>
        </p:nvSpPr>
        <p:spPr>
          <a:xfrm>
            <a:off x="2661588" y="6974291"/>
            <a:ext cx="9881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clk_out2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3669778" y="6476760"/>
            <a:ext cx="140854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ac_mclk</a:t>
            </a:r>
            <a:endParaRPr lang="en-US" sz="1800" dirty="0"/>
          </a:p>
        </p:txBody>
      </p:sp>
      <p:sp>
        <p:nvSpPr>
          <p:cNvPr id="259" name="TextBox 258"/>
          <p:cNvSpPr txBox="1"/>
          <p:nvPr/>
        </p:nvSpPr>
        <p:spPr>
          <a:xfrm>
            <a:off x="3620656" y="6813756"/>
            <a:ext cx="140854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clk_50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1571037" y="6772072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66" name="TextBox 265"/>
          <p:cNvSpPr txBox="1"/>
          <p:nvPr/>
        </p:nvSpPr>
        <p:spPr>
          <a:xfrm>
            <a:off x="1116514" y="7051849"/>
            <a:ext cx="98546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reset_n</a:t>
            </a:r>
            <a:endParaRPr lang="en-US" sz="1800" dirty="0"/>
          </a:p>
        </p:txBody>
      </p:sp>
      <p:cxnSp>
        <p:nvCxnSpPr>
          <p:cNvPr id="269" name="Straight Connector 268"/>
          <p:cNvCxnSpPr>
            <a:endCxn id="270" idx="1"/>
          </p:cNvCxnSpPr>
          <p:nvPr/>
        </p:nvCxnSpPr>
        <p:spPr>
          <a:xfrm>
            <a:off x="216351" y="2249448"/>
            <a:ext cx="740849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957200" y="206478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btn</a:t>
            </a:r>
            <a:endParaRPr lang="en-US" sz="1800" dirty="0"/>
          </a:p>
        </p:txBody>
      </p:sp>
      <p:sp>
        <p:nvSpPr>
          <p:cNvPr id="271" name="Rounded Rectangle 270"/>
          <p:cNvSpPr/>
          <p:nvPr/>
        </p:nvSpPr>
        <p:spPr>
          <a:xfrm>
            <a:off x="1371600" y="2153065"/>
            <a:ext cx="2952226" cy="5919849"/>
          </a:xfrm>
          <a:prstGeom prst="roundRect">
            <a:avLst>
              <a:gd name="adj" fmla="val 12793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/>
          </a:p>
        </p:txBody>
      </p:sp>
      <p:sp>
        <p:nvSpPr>
          <p:cNvPr id="272" name="TextBox 271"/>
          <p:cNvSpPr txBox="1"/>
          <p:nvPr/>
        </p:nvSpPr>
        <p:spPr>
          <a:xfrm>
            <a:off x="9911313" y="4207265"/>
            <a:ext cx="2066822" cy="4616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2400" b="1" dirty="0"/>
              <a:t>BRAM_SDP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5863180" y="1849840"/>
            <a:ext cx="1959248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274" name="TextBox 273"/>
          <p:cNvSpPr txBox="1"/>
          <p:nvPr/>
        </p:nvSpPr>
        <p:spPr>
          <a:xfrm>
            <a:off x="6096000" y="1822802"/>
            <a:ext cx="1524000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Counter (unsigned)</a:t>
            </a:r>
            <a:endParaRPr lang="en-US" sz="4400" b="1" dirty="0"/>
          </a:p>
        </p:txBody>
      </p:sp>
      <p:cxnSp>
        <p:nvCxnSpPr>
          <p:cNvPr id="279" name="Straight Connector 278"/>
          <p:cNvCxnSpPr>
            <a:cxnSpLocks/>
            <a:stCxn id="280" idx="3"/>
            <a:endCxn id="283" idx="1"/>
          </p:cNvCxnSpPr>
          <p:nvPr/>
        </p:nvCxnSpPr>
        <p:spPr>
          <a:xfrm>
            <a:off x="5538537" y="2237780"/>
            <a:ext cx="331321" cy="0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TextBox 279"/>
          <p:cNvSpPr txBox="1"/>
          <p:nvPr/>
        </p:nvSpPr>
        <p:spPr>
          <a:xfrm>
            <a:off x="3753056" y="2053114"/>
            <a:ext cx="17854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r>
              <a:rPr lang="en-US" sz="1800" dirty="0"/>
              <a:t>(1-0)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5869858" y="205311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cw</a:t>
            </a:r>
            <a:endParaRPr lang="en-US" sz="1800" dirty="0"/>
          </a:p>
        </p:txBody>
      </p:sp>
      <p:cxnSp>
        <p:nvCxnSpPr>
          <p:cNvPr id="288" name="Elbow Connector 287"/>
          <p:cNvCxnSpPr/>
          <p:nvPr/>
        </p:nvCxnSpPr>
        <p:spPr>
          <a:xfrm rot="16200000" flipH="1">
            <a:off x="6801492" y="2627827"/>
            <a:ext cx="647585" cy="564961"/>
          </a:xfrm>
          <a:prstGeom prst="bentConnector3">
            <a:avLst>
              <a:gd name="adj1" fmla="val 50001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Elbow Connector 292"/>
          <p:cNvCxnSpPr>
            <a:stCxn id="273" idx="2"/>
          </p:cNvCxnSpPr>
          <p:nvPr/>
        </p:nvCxnSpPr>
        <p:spPr>
          <a:xfrm rot="5400000">
            <a:off x="6281156" y="2644308"/>
            <a:ext cx="594116" cy="529180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0" name="Trapezoid 299"/>
          <p:cNvSpPr/>
          <p:nvPr/>
        </p:nvSpPr>
        <p:spPr>
          <a:xfrm rot="10800000">
            <a:off x="7032352" y="3222298"/>
            <a:ext cx="1741624" cy="729313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1" name="TextBox 300"/>
          <p:cNvSpPr txBox="1"/>
          <p:nvPr/>
        </p:nvSpPr>
        <p:spPr>
          <a:xfrm>
            <a:off x="7141164" y="343638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sp>
        <p:nvSpPr>
          <p:cNvPr id="318" name="Rounded Rectangle 317"/>
          <p:cNvSpPr/>
          <p:nvPr/>
        </p:nvSpPr>
        <p:spPr>
          <a:xfrm>
            <a:off x="12445998" y="7507248"/>
            <a:ext cx="1770632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19" name="TextBox 318"/>
          <p:cNvSpPr txBox="1"/>
          <p:nvPr/>
        </p:nvSpPr>
        <p:spPr>
          <a:xfrm>
            <a:off x="12569314" y="7703582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cxnSp>
        <p:nvCxnSpPr>
          <p:cNvPr id="320" name="Straight Connector 319"/>
          <p:cNvCxnSpPr/>
          <p:nvPr/>
        </p:nvCxnSpPr>
        <p:spPr>
          <a:xfrm>
            <a:off x="12856053" y="6954026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Straight Connector 324"/>
          <p:cNvCxnSpPr/>
          <p:nvPr/>
        </p:nvCxnSpPr>
        <p:spPr>
          <a:xfrm>
            <a:off x="13767346" y="6954629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" name="Straight Connector 325"/>
          <p:cNvCxnSpPr/>
          <p:nvPr/>
        </p:nvCxnSpPr>
        <p:spPr>
          <a:xfrm>
            <a:off x="12043850" y="6967893"/>
            <a:ext cx="812238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7" name="TextBox 326"/>
          <p:cNvSpPr txBox="1"/>
          <p:nvPr/>
        </p:nvSpPr>
        <p:spPr>
          <a:xfrm>
            <a:off x="10813593" y="6777514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DOUT</a:t>
            </a:r>
          </a:p>
        </p:txBody>
      </p:sp>
      <p:sp>
        <p:nvSpPr>
          <p:cNvPr id="328" name="TextBox 327"/>
          <p:cNvSpPr txBox="1"/>
          <p:nvPr/>
        </p:nvSpPr>
        <p:spPr>
          <a:xfrm>
            <a:off x="12052002" y="6606064"/>
            <a:ext cx="172091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ch1.from_bram</a:t>
            </a:r>
          </a:p>
        </p:txBody>
      </p:sp>
      <p:sp>
        <p:nvSpPr>
          <p:cNvPr id="330" name="TextBox 329"/>
          <p:cNvSpPr txBox="1"/>
          <p:nvPr/>
        </p:nvSpPr>
        <p:spPr>
          <a:xfrm>
            <a:off x="13795272" y="6979682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331" name="Straight Connector 330"/>
          <p:cNvCxnSpPr>
            <a:stCxn id="332" idx="3"/>
            <a:endCxn id="333" idx="1"/>
          </p:cNvCxnSpPr>
          <p:nvPr/>
        </p:nvCxnSpPr>
        <p:spPr>
          <a:xfrm flipV="1">
            <a:off x="13782561" y="5478675"/>
            <a:ext cx="951692" cy="1484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" name="TextBox 331"/>
          <p:cNvSpPr txBox="1"/>
          <p:nvPr/>
        </p:nvSpPr>
        <p:spPr>
          <a:xfrm>
            <a:off x="12649200" y="5296976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row</a:t>
            </a:r>
          </a:p>
        </p:txBody>
      </p:sp>
      <p:sp>
        <p:nvSpPr>
          <p:cNvPr id="333" name="TextBox 332"/>
          <p:cNvSpPr txBox="1"/>
          <p:nvPr/>
        </p:nvSpPr>
        <p:spPr>
          <a:xfrm>
            <a:off x="14734253" y="5294009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row</a:t>
            </a:r>
          </a:p>
        </p:txBody>
      </p:sp>
      <p:cxnSp>
        <p:nvCxnSpPr>
          <p:cNvPr id="334" name="Straight Connector 333"/>
          <p:cNvCxnSpPr>
            <a:stCxn id="343" idx="3"/>
            <a:endCxn id="336" idx="1"/>
          </p:cNvCxnSpPr>
          <p:nvPr/>
        </p:nvCxnSpPr>
        <p:spPr>
          <a:xfrm flipV="1">
            <a:off x="12043850" y="5907048"/>
            <a:ext cx="2678603" cy="5713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5" name="TextBox 334"/>
          <p:cNvSpPr txBox="1"/>
          <p:nvPr/>
        </p:nvSpPr>
        <p:spPr>
          <a:xfrm>
            <a:off x="12049239" y="5558314"/>
            <a:ext cx="1133361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14722453" y="5722382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column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14288319" y="5493783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40" name="Straight Connector 339"/>
          <p:cNvCxnSpPr/>
          <p:nvPr/>
        </p:nvCxnSpPr>
        <p:spPr>
          <a:xfrm flipV="1">
            <a:off x="14116573" y="5329714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TextBox 340"/>
          <p:cNvSpPr txBox="1"/>
          <p:nvPr/>
        </p:nvSpPr>
        <p:spPr>
          <a:xfrm>
            <a:off x="14288319" y="5874782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42" name="Straight Connector 341"/>
          <p:cNvCxnSpPr/>
          <p:nvPr/>
        </p:nvCxnSpPr>
        <p:spPr>
          <a:xfrm flipV="1">
            <a:off x="14116573" y="5710713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TextBox 342"/>
          <p:cNvSpPr txBox="1"/>
          <p:nvPr/>
        </p:nvSpPr>
        <p:spPr>
          <a:xfrm>
            <a:off x="10813593" y="5728095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 RDADDR</a:t>
            </a:r>
          </a:p>
        </p:txBody>
      </p:sp>
      <p:cxnSp>
        <p:nvCxnSpPr>
          <p:cNvPr id="344" name="Straight Connector 343"/>
          <p:cNvCxnSpPr/>
          <p:nvPr/>
        </p:nvCxnSpPr>
        <p:spPr>
          <a:xfrm>
            <a:off x="12023747" y="5082185"/>
            <a:ext cx="545567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5" name="TextBox 344"/>
          <p:cNvSpPr txBox="1"/>
          <p:nvPr/>
        </p:nvSpPr>
        <p:spPr>
          <a:xfrm>
            <a:off x="10797740" y="4903232"/>
            <a:ext cx="12302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 </a:t>
            </a:r>
            <a:r>
              <a:rPr lang="en-US" sz="1800" dirty="0" err="1"/>
              <a:t>rENB</a:t>
            </a:r>
            <a:endParaRPr lang="en-US" sz="1800" dirty="0"/>
          </a:p>
        </p:txBody>
      </p:sp>
      <p:pic>
        <p:nvPicPr>
          <p:cNvPr id="351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4600" y="7865100"/>
            <a:ext cx="953381" cy="766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4" name="Rounded Rectangle 353"/>
          <p:cNvSpPr/>
          <p:nvPr/>
        </p:nvSpPr>
        <p:spPr>
          <a:xfrm>
            <a:off x="5141758" y="7253149"/>
            <a:ext cx="1770632" cy="36933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355" name="Straight Connector 354"/>
          <p:cNvCxnSpPr/>
          <p:nvPr/>
        </p:nvCxnSpPr>
        <p:spPr>
          <a:xfrm>
            <a:off x="5551813" y="6699927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7" name="Straight Connector 356"/>
          <p:cNvCxnSpPr/>
          <p:nvPr/>
        </p:nvCxnSpPr>
        <p:spPr>
          <a:xfrm>
            <a:off x="6380833" y="6699927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8" name="TextBox 357"/>
          <p:cNvSpPr txBox="1"/>
          <p:nvPr/>
        </p:nvSpPr>
        <p:spPr>
          <a:xfrm>
            <a:off x="6380833" y="6719570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triggerVolt</a:t>
            </a:r>
            <a:endParaRPr lang="en-US" sz="1800" dirty="0"/>
          </a:p>
        </p:txBody>
      </p:sp>
      <p:sp>
        <p:nvSpPr>
          <p:cNvPr id="359" name="TextBox 358"/>
          <p:cNvSpPr txBox="1"/>
          <p:nvPr/>
        </p:nvSpPr>
        <p:spPr>
          <a:xfrm>
            <a:off x="5245477" y="7253149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sp>
        <p:nvSpPr>
          <p:cNvPr id="362" name="TextBox 361"/>
          <p:cNvSpPr txBox="1"/>
          <p:nvPr/>
        </p:nvSpPr>
        <p:spPr>
          <a:xfrm>
            <a:off x="6131170" y="7244030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cxnSp>
        <p:nvCxnSpPr>
          <p:cNvPr id="363" name="Elbow Connector 362"/>
          <p:cNvCxnSpPr>
            <a:stCxn id="362" idx="3"/>
          </p:cNvCxnSpPr>
          <p:nvPr/>
        </p:nvCxnSpPr>
        <p:spPr>
          <a:xfrm>
            <a:off x="6926430" y="7428696"/>
            <a:ext cx="693570" cy="60028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3" name="Rounded Rectangle 372"/>
          <p:cNvSpPr/>
          <p:nvPr/>
        </p:nvSpPr>
        <p:spPr>
          <a:xfrm>
            <a:off x="4692509" y="7920514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74" name="TextBox 373"/>
          <p:cNvSpPr txBox="1"/>
          <p:nvPr/>
        </p:nvSpPr>
        <p:spPr>
          <a:xfrm>
            <a:off x="4815825" y="8086681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Register</a:t>
            </a:r>
            <a:endParaRPr lang="en-US" sz="4400" b="1" dirty="0"/>
          </a:p>
        </p:txBody>
      </p:sp>
      <p:cxnSp>
        <p:nvCxnSpPr>
          <p:cNvPr id="375" name="Straight Connector 374"/>
          <p:cNvCxnSpPr/>
          <p:nvPr/>
        </p:nvCxnSpPr>
        <p:spPr>
          <a:xfrm>
            <a:off x="4174716" y="8479532"/>
            <a:ext cx="502222" cy="17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6" name="TextBox 375"/>
          <p:cNvSpPr txBox="1"/>
          <p:nvPr/>
        </p:nvSpPr>
        <p:spPr>
          <a:xfrm>
            <a:off x="4704160" y="7898114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79" name="TextBox 378"/>
          <p:cNvSpPr txBox="1"/>
          <p:nvPr/>
        </p:nvSpPr>
        <p:spPr>
          <a:xfrm>
            <a:off x="3742800" y="8160262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ready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6783526" y="7691914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G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6781800" y="811684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L</a:t>
            </a:r>
          </a:p>
        </p:txBody>
      </p:sp>
      <p:cxnSp>
        <p:nvCxnSpPr>
          <p:cNvPr id="384" name="Straight Connector 383"/>
          <p:cNvCxnSpPr>
            <a:cxnSpLocks/>
            <a:stCxn id="351" idx="3"/>
            <a:endCxn id="385" idx="1"/>
          </p:cNvCxnSpPr>
          <p:nvPr/>
        </p:nvCxnSpPr>
        <p:spPr>
          <a:xfrm flipV="1">
            <a:off x="8547981" y="8247397"/>
            <a:ext cx="369504" cy="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5" name="TextBox 384"/>
          <p:cNvSpPr txBox="1"/>
          <p:nvPr/>
        </p:nvSpPr>
        <p:spPr>
          <a:xfrm>
            <a:off x="8917485" y="8062731"/>
            <a:ext cx="806605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r>
              <a:rPr lang="en-US" sz="1800" dirty="0"/>
              <a:t>(2)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5141758" y="8894940"/>
            <a:ext cx="1770632" cy="369332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cxnSp>
        <p:nvCxnSpPr>
          <p:cNvPr id="391" name="Straight Connector 390"/>
          <p:cNvCxnSpPr/>
          <p:nvPr/>
        </p:nvCxnSpPr>
        <p:spPr>
          <a:xfrm>
            <a:off x="6584915" y="8341718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3" name="TextBox 392"/>
          <p:cNvSpPr txBox="1"/>
          <p:nvPr/>
        </p:nvSpPr>
        <p:spPr>
          <a:xfrm>
            <a:off x="5245477" y="8894940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sp>
        <p:nvSpPr>
          <p:cNvPr id="394" name="TextBox 393"/>
          <p:cNvSpPr txBox="1"/>
          <p:nvPr/>
        </p:nvSpPr>
        <p:spPr>
          <a:xfrm>
            <a:off x="6131170" y="8885821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L</a:t>
            </a:r>
          </a:p>
        </p:txBody>
      </p:sp>
      <p:cxnSp>
        <p:nvCxnSpPr>
          <p:cNvPr id="395" name="Elbow Connector 394"/>
          <p:cNvCxnSpPr>
            <a:stCxn id="394" idx="3"/>
          </p:cNvCxnSpPr>
          <p:nvPr/>
        </p:nvCxnSpPr>
        <p:spPr>
          <a:xfrm flipV="1">
            <a:off x="6926430" y="8481413"/>
            <a:ext cx="693570" cy="589074"/>
          </a:xfrm>
          <a:prstGeom prst="bent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Straight Connector 400"/>
          <p:cNvCxnSpPr>
            <a:endCxn id="373" idx="0"/>
          </p:cNvCxnSpPr>
          <p:nvPr/>
        </p:nvCxnSpPr>
        <p:spPr>
          <a:xfrm>
            <a:off x="5575300" y="7735848"/>
            <a:ext cx="2525" cy="184666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/>
          <p:cNvCxnSpPr/>
          <p:nvPr/>
        </p:nvCxnSpPr>
        <p:spPr>
          <a:xfrm>
            <a:off x="5575300" y="8577352"/>
            <a:ext cx="0" cy="31924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Elbow Connector 196"/>
          <p:cNvCxnSpPr/>
          <p:nvPr/>
        </p:nvCxnSpPr>
        <p:spPr>
          <a:xfrm rot="16200000" flipH="1">
            <a:off x="5815986" y="7609134"/>
            <a:ext cx="1339811" cy="197346"/>
          </a:xfrm>
          <a:prstGeom prst="bentConnector3">
            <a:avLst>
              <a:gd name="adj1" fmla="val 1116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TextBox 412"/>
          <p:cNvSpPr txBox="1"/>
          <p:nvPr/>
        </p:nvSpPr>
        <p:spPr>
          <a:xfrm>
            <a:off x="5177670" y="7904327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5181600" y="829503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5334000" y="7551182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5348514" y="8544628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18" name="Rounded Rectangle 417"/>
          <p:cNvSpPr/>
          <p:nvPr/>
        </p:nvSpPr>
        <p:spPr>
          <a:xfrm rot="16200000">
            <a:off x="5944123" y="5263472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420" name="TextBox 419"/>
          <p:cNvSpPr txBox="1"/>
          <p:nvPr/>
        </p:nvSpPr>
        <p:spPr>
          <a:xfrm>
            <a:off x="6658856" y="4692741"/>
            <a:ext cx="65865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421" name="TextBox 420"/>
          <p:cNvSpPr txBox="1"/>
          <p:nvPr/>
        </p:nvSpPr>
        <p:spPr>
          <a:xfrm>
            <a:off x="6203082" y="5426477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D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6656710" y="5412659"/>
            <a:ext cx="79526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Q</a:t>
            </a:r>
          </a:p>
        </p:txBody>
      </p:sp>
      <p:sp>
        <p:nvSpPr>
          <p:cNvPr id="424" name="TextBox 423"/>
          <p:cNvSpPr txBox="1"/>
          <p:nvPr/>
        </p:nvSpPr>
        <p:spPr>
          <a:xfrm rot="16200000">
            <a:off x="6036833" y="5426478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Register</a:t>
            </a:r>
            <a:endParaRPr lang="en-US" sz="4400" b="1" dirty="0"/>
          </a:p>
        </p:txBody>
      </p:sp>
      <p:cxnSp>
        <p:nvCxnSpPr>
          <p:cNvPr id="425" name="Straight Connector 424"/>
          <p:cNvCxnSpPr/>
          <p:nvPr/>
        </p:nvCxnSpPr>
        <p:spPr>
          <a:xfrm flipV="1">
            <a:off x="5994308" y="5597325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6" name="Straight Connector 425"/>
          <p:cNvCxnSpPr/>
          <p:nvPr/>
        </p:nvCxnSpPr>
        <p:spPr>
          <a:xfrm>
            <a:off x="6648262" y="4395428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8" name="TextBox 427"/>
          <p:cNvSpPr txBox="1"/>
          <p:nvPr/>
        </p:nvSpPr>
        <p:spPr>
          <a:xfrm>
            <a:off x="6206060" y="4018650"/>
            <a:ext cx="88440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ready</a:t>
            </a:r>
          </a:p>
        </p:txBody>
      </p:sp>
      <p:sp>
        <p:nvSpPr>
          <p:cNvPr id="429" name="Rounded Rectangle 428"/>
          <p:cNvSpPr/>
          <p:nvPr/>
        </p:nvSpPr>
        <p:spPr>
          <a:xfrm rot="16200000">
            <a:off x="7134289" y="5263472"/>
            <a:ext cx="1770632" cy="683918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433" name="TextBox 432"/>
          <p:cNvSpPr txBox="1"/>
          <p:nvPr/>
        </p:nvSpPr>
        <p:spPr>
          <a:xfrm rot="16200000">
            <a:off x="7226999" y="5426478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sign2Unsign</a:t>
            </a:r>
            <a:endParaRPr lang="en-US" sz="4400" b="1" dirty="0"/>
          </a:p>
        </p:txBody>
      </p:sp>
      <p:cxnSp>
        <p:nvCxnSpPr>
          <p:cNvPr id="434" name="Straight Connector 433"/>
          <p:cNvCxnSpPr/>
          <p:nvPr/>
        </p:nvCxnSpPr>
        <p:spPr>
          <a:xfrm flipV="1">
            <a:off x="7184474" y="5597325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7" name="Trapezoid 436"/>
          <p:cNvSpPr/>
          <p:nvPr/>
        </p:nvSpPr>
        <p:spPr>
          <a:xfrm rot="5400000">
            <a:off x="8497457" y="5338005"/>
            <a:ext cx="1224663" cy="571266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8" name="TextBox 437"/>
          <p:cNvSpPr txBox="1"/>
          <p:nvPr/>
        </p:nvSpPr>
        <p:spPr>
          <a:xfrm rot="16200000">
            <a:off x="8612975" y="5422937"/>
            <a:ext cx="107163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cxnSp>
        <p:nvCxnSpPr>
          <p:cNvPr id="439" name="Straight Connector 438"/>
          <p:cNvCxnSpPr>
            <a:endCxn id="440" idx="1"/>
          </p:cNvCxnSpPr>
          <p:nvPr/>
        </p:nvCxnSpPr>
        <p:spPr>
          <a:xfrm flipV="1">
            <a:off x="9372009" y="5662219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9854701" y="5477553"/>
            <a:ext cx="133871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Din</a:t>
            </a:r>
          </a:p>
        </p:txBody>
      </p:sp>
      <p:cxnSp>
        <p:nvCxnSpPr>
          <p:cNvPr id="449" name="Elbow Connector 448"/>
          <p:cNvCxnSpPr/>
          <p:nvPr/>
        </p:nvCxnSpPr>
        <p:spPr>
          <a:xfrm rot="16200000" flipH="1">
            <a:off x="8259925" y="4841680"/>
            <a:ext cx="879891" cy="248574"/>
          </a:xfrm>
          <a:prstGeom prst="bentConnector3">
            <a:avLst>
              <a:gd name="adj1" fmla="val 9948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0" name="TextBox 449"/>
          <p:cNvSpPr txBox="1"/>
          <p:nvPr/>
        </p:nvSpPr>
        <p:spPr>
          <a:xfrm>
            <a:off x="8765181" y="5667172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0</a:t>
            </a:r>
          </a:p>
        </p:txBody>
      </p:sp>
      <p:cxnSp>
        <p:nvCxnSpPr>
          <p:cNvPr id="451" name="Straight Connector 450"/>
          <p:cNvCxnSpPr/>
          <p:nvPr/>
        </p:nvCxnSpPr>
        <p:spPr>
          <a:xfrm flipV="1">
            <a:off x="8334235" y="5843918"/>
            <a:ext cx="482692" cy="2967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2" name="TextBox 451"/>
          <p:cNvSpPr txBox="1"/>
          <p:nvPr/>
        </p:nvSpPr>
        <p:spPr>
          <a:xfrm>
            <a:off x="8761748" y="5220856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7806824" y="4186714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exLBus</a:t>
            </a:r>
            <a:endParaRPr lang="en-US" sz="1800" dirty="0"/>
          </a:p>
        </p:txBody>
      </p:sp>
      <p:cxnSp>
        <p:nvCxnSpPr>
          <p:cNvPr id="455" name="Straight Connector 454"/>
          <p:cNvCxnSpPr/>
          <p:nvPr/>
        </p:nvCxnSpPr>
        <p:spPr>
          <a:xfrm>
            <a:off x="9119471" y="4734942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6" name="TextBox 455"/>
          <p:cNvSpPr txBox="1"/>
          <p:nvPr/>
        </p:nvSpPr>
        <p:spPr>
          <a:xfrm>
            <a:off x="8676663" y="4358164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460" name="Elbow Connector 459"/>
          <p:cNvCxnSpPr/>
          <p:nvPr/>
        </p:nvCxnSpPr>
        <p:spPr>
          <a:xfrm flipV="1">
            <a:off x="5551849" y="6244114"/>
            <a:ext cx="911292" cy="527962"/>
          </a:xfrm>
          <a:prstGeom prst="bentConnector3">
            <a:avLst>
              <a:gd name="adj1" fmla="val -210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2" name="Straight Connector 471"/>
          <p:cNvCxnSpPr/>
          <p:nvPr/>
        </p:nvCxnSpPr>
        <p:spPr>
          <a:xfrm>
            <a:off x="7187661" y="6239462"/>
            <a:ext cx="489985" cy="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4" name="Straight Connector 473"/>
          <p:cNvCxnSpPr/>
          <p:nvPr/>
        </p:nvCxnSpPr>
        <p:spPr>
          <a:xfrm>
            <a:off x="8350507" y="6234810"/>
            <a:ext cx="225074" cy="2326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/>
          <p:cNvCxnSpPr/>
          <p:nvPr/>
        </p:nvCxnSpPr>
        <p:spPr>
          <a:xfrm>
            <a:off x="7691850" y="6239462"/>
            <a:ext cx="669715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Connector 480"/>
          <p:cNvCxnSpPr/>
          <p:nvPr/>
        </p:nvCxnSpPr>
        <p:spPr>
          <a:xfrm>
            <a:off x="8547981" y="5843918"/>
            <a:ext cx="0" cy="392055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9" name="Straight Connector 488"/>
          <p:cNvCxnSpPr/>
          <p:nvPr/>
        </p:nvCxnSpPr>
        <p:spPr>
          <a:xfrm flipV="1">
            <a:off x="6705600" y="26349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3" name="Elbow Connector 492"/>
          <p:cNvCxnSpPr>
            <a:endCxn id="495" idx="1"/>
          </p:cNvCxnSpPr>
          <p:nvPr/>
        </p:nvCxnSpPr>
        <p:spPr>
          <a:xfrm>
            <a:off x="7918347" y="4184638"/>
            <a:ext cx="1914339" cy="493782"/>
          </a:xfrm>
          <a:prstGeom prst="bentConnector3">
            <a:avLst>
              <a:gd name="adj1" fmla="val 84829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5" name="TextBox 494"/>
          <p:cNvSpPr txBox="1"/>
          <p:nvPr/>
        </p:nvSpPr>
        <p:spPr>
          <a:xfrm>
            <a:off x="9832686" y="4493754"/>
            <a:ext cx="129405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WRADDR</a:t>
            </a:r>
          </a:p>
        </p:txBody>
      </p:sp>
      <p:cxnSp>
        <p:nvCxnSpPr>
          <p:cNvPr id="498" name="Straight Connector 497"/>
          <p:cNvCxnSpPr>
            <a:cxnSpLocks/>
            <a:endCxn id="500" idx="1"/>
          </p:cNvCxnSpPr>
          <p:nvPr/>
        </p:nvCxnSpPr>
        <p:spPr>
          <a:xfrm>
            <a:off x="14222406" y="5164309"/>
            <a:ext cx="482692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0" name="TextBox 499"/>
          <p:cNvSpPr txBox="1"/>
          <p:nvPr/>
        </p:nvSpPr>
        <p:spPr>
          <a:xfrm>
            <a:off x="14705098" y="4979643"/>
            <a:ext cx="138610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ch2_enable</a:t>
            </a:r>
          </a:p>
        </p:txBody>
      </p:sp>
      <p:cxnSp>
        <p:nvCxnSpPr>
          <p:cNvPr id="501" name="Straight Connector 500"/>
          <p:cNvCxnSpPr>
            <a:cxnSpLocks/>
            <a:endCxn id="503" idx="1"/>
          </p:cNvCxnSpPr>
          <p:nvPr/>
        </p:nvCxnSpPr>
        <p:spPr>
          <a:xfrm>
            <a:off x="14231179" y="4832252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3" name="TextBox 502"/>
          <p:cNvSpPr txBox="1"/>
          <p:nvPr/>
        </p:nvSpPr>
        <p:spPr>
          <a:xfrm>
            <a:off x="14713872" y="4647586"/>
            <a:ext cx="138611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ch1_enable</a:t>
            </a:r>
          </a:p>
        </p:txBody>
      </p:sp>
      <p:cxnSp>
        <p:nvCxnSpPr>
          <p:cNvPr id="506" name="Straight Connector 505"/>
          <p:cNvCxnSpPr>
            <a:stCxn id="507" idx="3"/>
            <a:endCxn id="508" idx="1"/>
          </p:cNvCxnSpPr>
          <p:nvPr/>
        </p:nvCxnSpPr>
        <p:spPr>
          <a:xfrm>
            <a:off x="14205126" y="7889280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7" name="TextBox 506"/>
          <p:cNvSpPr txBox="1"/>
          <p:nvPr/>
        </p:nvSpPr>
        <p:spPr>
          <a:xfrm>
            <a:off x="13834230" y="7704614"/>
            <a:ext cx="370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E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14687819" y="7704614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12381069" y="6967893"/>
            <a:ext cx="4600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513" name="Straight Connector 512"/>
          <p:cNvCxnSpPr/>
          <p:nvPr/>
        </p:nvCxnSpPr>
        <p:spPr>
          <a:xfrm flipV="1">
            <a:off x="12708752" y="7041721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4" name="TextBox 513"/>
          <p:cNvSpPr txBox="1"/>
          <p:nvPr/>
        </p:nvSpPr>
        <p:spPr>
          <a:xfrm>
            <a:off x="13309600" y="6968014"/>
            <a:ext cx="46006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515" name="Straight Connector 514"/>
          <p:cNvCxnSpPr/>
          <p:nvPr/>
        </p:nvCxnSpPr>
        <p:spPr>
          <a:xfrm flipV="1">
            <a:off x="13637283" y="70418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6" name="TextBox 515"/>
          <p:cNvSpPr txBox="1"/>
          <p:nvPr/>
        </p:nvSpPr>
        <p:spPr>
          <a:xfrm>
            <a:off x="4495800" y="5869339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17" name="Straight Connector 516"/>
          <p:cNvCxnSpPr/>
          <p:nvPr/>
        </p:nvCxnSpPr>
        <p:spPr>
          <a:xfrm flipV="1">
            <a:off x="4381259" y="5781470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8" name="TextBox 517"/>
          <p:cNvSpPr txBox="1"/>
          <p:nvPr/>
        </p:nvSpPr>
        <p:spPr>
          <a:xfrm>
            <a:off x="4521496" y="555831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19" name="Straight Connector 518"/>
          <p:cNvCxnSpPr/>
          <p:nvPr/>
        </p:nvCxnSpPr>
        <p:spPr>
          <a:xfrm flipV="1">
            <a:off x="4406955" y="5470445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0" name="TextBox 519"/>
          <p:cNvSpPr txBox="1"/>
          <p:nvPr/>
        </p:nvSpPr>
        <p:spPr>
          <a:xfrm>
            <a:off x="4534141" y="5247865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21" name="Straight Connector 520"/>
          <p:cNvCxnSpPr/>
          <p:nvPr/>
        </p:nvCxnSpPr>
        <p:spPr>
          <a:xfrm flipV="1">
            <a:off x="4419600" y="515999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TextBox 521"/>
          <p:cNvSpPr txBox="1"/>
          <p:nvPr/>
        </p:nvSpPr>
        <p:spPr>
          <a:xfrm>
            <a:off x="4559837" y="4936840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18</a:t>
            </a:r>
          </a:p>
        </p:txBody>
      </p:sp>
      <p:cxnSp>
        <p:nvCxnSpPr>
          <p:cNvPr id="523" name="Straight Connector 522"/>
          <p:cNvCxnSpPr/>
          <p:nvPr/>
        </p:nvCxnSpPr>
        <p:spPr>
          <a:xfrm flipV="1">
            <a:off x="4445296" y="4848971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1" name="TextBox 530"/>
          <p:cNvSpPr txBox="1"/>
          <p:nvPr/>
        </p:nvSpPr>
        <p:spPr>
          <a:xfrm>
            <a:off x="9170546" y="3398282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533" name="Straight Connector 532"/>
          <p:cNvCxnSpPr>
            <a:stCxn id="531" idx="1"/>
            <a:endCxn id="300" idx="1"/>
          </p:cNvCxnSpPr>
          <p:nvPr/>
        </p:nvCxnSpPr>
        <p:spPr>
          <a:xfrm flipH="1">
            <a:off x="8682812" y="3582948"/>
            <a:ext cx="487734" cy="4006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1" name="Straight Connector 550"/>
          <p:cNvCxnSpPr/>
          <p:nvPr/>
        </p:nvCxnSpPr>
        <p:spPr>
          <a:xfrm flipV="1">
            <a:off x="7924800" y="3940826"/>
            <a:ext cx="0" cy="250110"/>
          </a:xfrm>
          <a:prstGeom prst="line">
            <a:avLst/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6" name="Straight Connector 555"/>
          <p:cNvCxnSpPr>
            <a:endCxn id="558" idx="1"/>
          </p:cNvCxnSpPr>
          <p:nvPr/>
        </p:nvCxnSpPr>
        <p:spPr>
          <a:xfrm>
            <a:off x="9374862" y="7482364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9857555" y="7297698"/>
            <a:ext cx="94018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wrENB</a:t>
            </a:r>
            <a:endParaRPr lang="en-US" sz="1800" dirty="0"/>
          </a:p>
        </p:txBody>
      </p:sp>
      <p:sp>
        <p:nvSpPr>
          <p:cNvPr id="561" name="Trapezoid 560"/>
          <p:cNvSpPr/>
          <p:nvPr/>
        </p:nvSpPr>
        <p:spPr>
          <a:xfrm rot="5400000">
            <a:off x="8534477" y="7180873"/>
            <a:ext cx="1224663" cy="571266"/>
          </a:xfrm>
          <a:prstGeom prst="trapezoid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2" name="TextBox 561"/>
          <p:cNvSpPr txBox="1"/>
          <p:nvPr/>
        </p:nvSpPr>
        <p:spPr>
          <a:xfrm rot="16200000">
            <a:off x="8649995" y="7265805"/>
            <a:ext cx="107163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Mux</a:t>
            </a:r>
            <a:endParaRPr lang="en-US" sz="4400" b="1" dirty="0"/>
          </a:p>
        </p:txBody>
      </p:sp>
      <p:cxnSp>
        <p:nvCxnSpPr>
          <p:cNvPr id="565" name="Straight Connector 564"/>
          <p:cNvCxnSpPr/>
          <p:nvPr/>
        </p:nvCxnSpPr>
        <p:spPr>
          <a:xfrm>
            <a:off x="9156491" y="6577810"/>
            <a:ext cx="0" cy="322535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TextBox 565"/>
          <p:cNvSpPr txBox="1"/>
          <p:nvPr/>
        </p:nvSpPr>
        <p:spPr>
          <a:xfrm>
            <a:off x="8713683" y="6201032"/>
            <a:ext cx="88561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endParaRPr lang="en-US" sz="1800" dirty="0"/>
          </a:p>
        </p:txBody>
      </p:sp>
      <p:cxnSp>
        <p:nvCxnSpPr>
          <p:cNvPr id="569" name="Straight Connector 568"/>
          <p:cNvCxnSpPr>
            <a:stCxn id="570" idx="3"/>
          </p:cNvCxnSpPr>
          <p:nvPr/>
        </p:nvCxnSpPr>
        <p:spPr>
          <a:xfrm flipV="1">
            <a:off x="8479697" y="7213332"/>
            <a:ext cx="381478" cy="134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0" name="TextBox 569"/>
          <p:cNvSpPr txBox="1"/>
          <p:nvPr/>
        </p:nvSpPr>
        <p:spPr>
          <a:xfrm>
            <a:off x="7391400" y="7030007"/>
            <a:ext cx="108829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exWen</a:t>
            </a:r>
            <a:endParaRPr lang="en-US" sz="1800" dirty="0"/>
          </a:p>
        </p:txBody>
      </p:sp>
      <p:cxnSp>
        <p:nvCxnSpPr>
          <p:cNvPr id="572" name="Straight Connector 571"/>
          <p:cNvCxnSpPr>
            <a:stCxn id="573" idx="3"/>
          </p:cNvCxnSpPr>
          <p:nvPr/>
        </p:nvCxnSpPr>
        <p:spPr>
          <a:xfrm>
            <a:off x="8479697" y="7659648"/>
            <a:ext cx="381478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7391400" y="7474982"/>
            <a:ext cx="108829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cw</a:t>
            </a:r>
            <a:r>
              <a:rPr lang="en-US" sz="1800" dirty="0"/>
              <a:t>(2)</a:t>
            </a:r>
          </a:p>
        </p:txBody>
      </p:sp>
      <p:sp>
        <p:nvSpPr>
          <p:cNvPr id="582" name="TextBox 581"/>
          <p:cNvSpPr txBox="1"/>
          <p:nvPr/>
        </p:nvSpPr>
        <p:spPr>
          <a:xfrm>
            <a:off x="8763000" y="7474982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0</a:t>
            </a:r>
          </a:p>
        </p:txBody>
      </p:sp>
      <p:sp>
        <p:nvSpPr>
          <p:cNvPr id="583" name="TextBox 582"/>
          <p:cNvSpPr txBox="1"/>
          <p:nvPr/>
        </p:nvSpPr>
        <p:spPr>
          <a:xfrm>
            <a:off x="8775333" y="7028666"/>
            <a:ext cx="41957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1</a:t>
            </a:r>
          </a:p>
        </p:txBody>
      </p:sp>
      <p:sp>
        <p:nvSpPr>
          <p:cNvPr id="585" name="TextBox 584"/>
          <p:cNvSpPr txBox="1"/>
          <p:nvPr/>
        </p:nvSpPr>
        <p:spPr>
          <a:xfrm>
            <a:off x="14722346" y="2429173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tr_volt</a:t>
            </a:r>
            <a:endParaRPr lang="en-US" sz="1800" dirty="0"/>
          </a:p>
        </p:txBody>
      </p:sp>
      <p:sp>
        <p:nvSpPr>
          <p:cNvPr id="586" name="TextBox 585"/>
          <p:cNvSpPr txBox="1"/>
          <p:nvPr/>
        </p:nvSpPr>
        <p:spPr>
          <a:xfrm>
            <a:off x="14716000" y="3267373"/>
            <a:ext cx="90948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02" name="TextBox 301"/>
          <p:cNvSpPr txBox="1"/>
          <p:nvPr/>
        </p:nvSpPr>
        <p:spPr>
          <a:xfrm>
            <a:off x="9030519" y="4122182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08" name="Straight Connector 307"/>
          <p:cNvCxnSpPr/>
          <p:nvPr/>
        </p:nvCxnSpPr>
        <p:spPr>
          <a:xfrm flipV="1">
            <a:off x="8976668" y="407251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Straight Connector 308"/>
          <p:cNvCxnSpPr/>
          <p:nvPr/>
        </p:nvCxnSpPr>
        <p:spPr>
          <a:xfrm flipV="1">
            <a:off x="6548092" y="5018831"/>
            <a:ext cx="708257" cy="2968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Straight Connector 309"/>
          <p:cNvCxnSpPr/>
          <p:nvPr/>
        </p:nvCxnSpPr>
        <p:spPr>
          <a:xfrm>
            <a:off x="5791200" y="5024914"/>
            <a:ext cx="671941" cy="0"/>
          </a:xfrm>
          <a:prstGeom prst="line">
            <a:avLst/>
          </a:prstGeom>
          <a:ln w="381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Elbow Connector 310"/>
          <p:cNvCxnSpPr/>
          <p:nvPr/>
        </p:nvCxnSpPr>
        <p:spPr>
          <a:xfrm rot="16200000" flipV="1">
            <a:off x="6968002" y="5217253"/>
            <a:ext cx="586232" cy="201554"/>
          </a:xfrm>
          <a:prstGeom prst="bentConnector3">
            <a:avLst>
              <a:gd name="adj1" fmla="val 100374"/>
            </a:avLst>
          </a:prstGeom>
          <a:ln w="381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Straight Connector 322"/>
          <p:cNvCxnSpPr>
            <a:stCxn id="349" idx="2"/>
          </p:cNvCxnSpPr>
          <p:nvPr/>
        </p:nvCxnSpPr>
        <p:spPr>
          <a:xfrm flipH="1">
            <a:off x="8288076" y="1436132"/>
            <a:ext cx="34947" cy="179796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4" name="TextBox 323"/>
          <p:cNvSpPr txBox="1"/>
          <p:nvPr/>
        </p:nvSpPr>
        <p:spPr>
          <a:xfrm>
            <a:off x="8308481" y="1894155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10</a:t>
            </a:r>
          </a:p>
        </p:txBody>
      </p:sp>
      <p:cxnSp>
        <p:nvCxnSpPr>
          <p:cNvPr id="329" name="Straight Connector 328"/>
          <p:cNvCxnSpPr/>
          <p:nvPr/>
        </p:nvCxnSpPr>
        <p:spPr>
          <a:xfrm flipV="1">
            <a:off x="8136735" y="1730086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Straight Connector 336"/>
          <p:cNvCxnSpPr>
            <a:cxnSpLocks/>
            <a:stCxn id="338" idx="2"/>
          </p:cNvCxnSpPr>
          <p:nvPr/>
        </p:nvCxnSpPr>
        <p:spPr>
          <a:xfrm>
            <a:off x="10520783" y="1680061"/>
            <a:ext cx="0" cy="400612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8" name="TextBox 337"/>
          <p:cNvSpPr txBox="1"/>
          <p:nvPr/>
        </p:nvSpPr>
        <p:spPr>
          <a:xfrm>
            <a:off x="9400469" y="1033730"/>
            <a:ext cx="2240628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exSel</a:t>
            </a:r>
            <a:r>
              <a:rPr lang="en-US" sz="1800" dirty="0"/>
              <a:t> switch(</a:t>
            </a:r>
            <a:r>
              <a:rPr lang="en-US" sz="1800" dirty="0">
                <a:solidFill>
                  <a:srgbClr val="0070C0"/>
                </a:solidFill>
              </a:rPr>
              <a:t>EXT_SWITCH</a:t>
            </a:r>
            <a:r>
              <a:rPr lang="en-US" sz="1800" dirty="0"/>
              <a:t>)</a:t>
            </a:r>
          </a:p>
        </p:txBody>
      </p:sp>
      <p:cxnSp>
        <p:nvCxnSpPr>
          <p:cNvPr id="347" name="Straight Connector 346"/>
          <p:cNvCxnSpPr>
            <a:stCxn id="348" idx="2"/>
          </p:cNvCxnSpPr>
          <p:nvPr/>
        </p:nvCxnSpPr>
        <p:spPr>
          <a:xfrm>
            <a:off x="9261248" y="1443514"/>
            <a:ext cx="0" cy="705801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8" name="TextBox 347"/>
          <p:cNvSpPr txBox="1"/>
          <p:nvPr/>
        </p:nvSpPr>
        <p:spPr>
          <a:xfrm>
            <a:off x="8686800" y="1074182"/>
            <a:ext cx="1148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exWen</a:t>
            </a:r>
            <a:endParaRPr lang="en-US" sz="1800" dirty="0"/>
          </a:p>
        </p:txBody>
      </p:sp>
      <p:sp>
        <p:nvSpPr>
          <p:cNvPr id="349" name="TextBox 348"/>
          <p:cNvSpPr txBox="1"/>
          <p:nvPr/>
        </p:nvSpPr>
        <p:spPr>
          <a:xfrm>
            <a:off x="7748575" y="1066800"/>
            <a:ext cx="114889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exWrAddr</a:t>
            </a:r>
            <a:endParaRPr lang="en-US" sz="1800" dirty="0"/>
          </a:p>
        </p:txBody>
      </p:sp>
      <p:sp>
        <p:nvSpPr>
          <p:cNvPr id="350" name="Rounded Rectangle 349"/>
          <p:cNvSpPr/>
          <p:nvPr/>
        </p:nvSpPr>
        <p:spPr>
          <a:xfrm>
            <a:off x="4782568" y="3205956"/>
            <a:ext cx="1770632" cy="762000"/>
          </a:xfrm>
          <a:prstGeom prst="roundRect">
            <a:avLst>
              <a:gd name="adj" fmla="val 13495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spcCol="0" rtlCol="0" anchor="ctr"/>
          <a:lstStyle/>
          <a:p>
            <a:pPr algn="ctr"/>
            <a:endParaRPr lang="en-US" sz="1800"/>
          </a:p>
        </p:txBody>
      </p:sp>
      <p:sp>
        <p:nvSpPr>
          <p:cNvPr id="352" name="TextBox 351"/>
          <p:cNvSpPr txBox="1"/>
          <p:nvPr/>
        </p:nvSpPr>
        <p:spPr>
          <a:xfrm>
            <a:off x="4905884" y="3402290"/>
            <a:ext cx="15240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b="1" dirty="0"/>
              <a:t>Compare</a:t>
            </a:r>
            <a:endParaRPr lang="en-US" sz="4400" b="1" dirty="0"/>
          </a:p>
        </p:txBody>
      </p:sp>
      <p:cxnSp>
        <p:nvCxnSpPr>
          <p:cNvPr id="353" name="Straight Connector 352"/>
          <p:cNvCxnSpPr/>
          <p:nvPr/>
        </p:nvCxnSpPr>
        <p:spPr>
          <a:xfrm>
            <a:off x="5192623" y="2652734"/>
            <a:ext cx="35" cy="550628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Box 355"/>
          <p:cNvSpPr txBox="1"/>
          <p:nvPr/>
        </p:nvSpPr>
        <p:spPr>
          <a:xfrm>
            <a:off x="5192623" y="2672377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3FF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4648200" y="2713514"/>
            <a:ext cx="47984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cxnSp>
        <p:nvCxnSpPr>
          <p:cNvPr id="361" name="Straight Connector 360"/>
          <p:cNvCxnSpPr/>
          <p:nvPr/>
        </p:nvCxnSpPr>
        <p:spPr>
          <a:xfrm flipV="1">
            <a:off x="5014802" y="2787342"/>
            <a:ext cx="264757" cy="2309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4" name="Straight Connector 363"/>
          <p:cNvCxnSpPr/>
          <p:nvPr/>
        </p:nvCxnSpPr>
        <p:spPr>
          <a:xfrm flipV="1">
            <a:off x="6542116" y="3574041"/>
            <a:ext cx="369505" cy="101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5" name="TextBox 364"/>
          <p:cNvSpPr txBox="1"/>
          <p:nvPr/>
        </p:nvSpPr>
        <p:spPr>
          <a:xfrm>
            <a:off x="6477000" y="3288268"/>
            <a:ext cx="75954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sw</a:t>
            </a:r>
            <a:r>
              <a:rPr lang="en-US" sz="1800" dirty="0"/>
              <a:t>(1)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4595771" y="10286716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3901369" y="10282507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3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6287319" y="2561114"/>
            <a:ext cx="57068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10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6920686" y="2571762"/>
            <a:ext cx="153751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write_cntr</a:t>
            </a:r>
            <a:endParaRPr lang="en-US" sz="1800" dirty="0"/>
          </a:p>
        </p:txBody>
      </p:sp>
      <p:sp>
        <p:nvSpPr>
          <p:cNvPr id="372" name="TextBox 371"/>
          <p:cNvSpPr txBox="1"/>
          <p:nvPr/>
        </p:nvSpPr>
        <p:spPr>
          <a:xfrm>
            <a:off x="12077604" y="4796314"/>
            <a:ext cx="604256" cy="366365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>
                <a:latin typeface="Courier" pitchFamily="49" charset="0"/>
              </a:rPr>
              <a:t>‘1’</a:t>
            </a:r>
          </a:p>
        </p:txBody>
      </p:sp>
      <p:cxnSp>
        <p:nvCxnSpPr>
          <p:cNvPr id="312" name="Straight Connector 311"/>
          <p:cNvCxnSpPr/>
          <p:nvPr/>
        </p:nvCxnSpPr>
        <p:spPr>
          <a:xfrm>
            <a:off x="6463975" y="6247051"/>
            <a:ext cx="669715" cy="0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Straight Connector 320"/>
          <p:cNvCxnSpPr>
            <a:endCxn id="369" idx="1"/>
          </p:cNvCxnSpPr>
          <p:nvPr/>
        </p:nvCxnSpPr>
        <p:spPr>
          <a:xfrm>
            <a:off x="609600" y="11398354"/>
            <a:ext cx="33923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/>
          <p:cNvCxnSpPr>
            <a:endCxn id="377" idx="1"/>
          </p:cNvCxnSpPr>
          <p:nvPr/>
        </p:nvCxnSpPr>
        <p:spPr>
          <a:xfrm>
            <a:off x="607142" y="11631876"/>
            <a:ext cx="341690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9" name="TextBox 368"/>
          <p:cNvSpPr txBox="1"/>
          <p:nvPr/>
        </p:nvSpPr>
        <p:spPr>
          <a:xfrm>
            <a:off x="948833" y="11213688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377" name="TextBox 376"/>
          <p:cNvSpPr txBox="1"/>
          <p:nvPr/>
        </p:nvSpPr>
        <p:spPr>
          <a:xfrm>
            <a:off x="948832" y="11447210"/>
            <a:ext cx="99285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reset_n</a:t>
            </a:r>
            <a:endParaRPr lang="en-US" sz="1800" dirty="0"/>
          </a:p>
        </p:txBody>
      </p:sp>
      <p:sp>
        <p:nvSpPr>
          <p:cNvPr id="314" name="TextBox 313"/>
          <p:cNvSpPr txBox="1"/>
          <p:nvPr/>
        </p:nvSpPr>
        <p:spPr>
          <a:xfrm>
            <a:off x="12242577" y="9498816"/>
            <a:ext cx="1572174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15" name="TextBox 314"/>
          <p:cNvSpPr txBox="1"/>
          <p:nvPr/>
        </p:nvSpPr>
        <p:spPr>
          <a:xfrm>
            <a:off x="11226085" y="9514685"/>
            <a:ext cx="1416662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tr_volt</a:t>
            </a:r>
            <a:endParaRPr lang="en-US" sz="1800" dirty="0"/>
          </a:p>
        </p:txBody>
      </p:sp>
      <p:cxnSp>
        <p:nvCxnSpPr>
          <p:cNvPr id="316" name="Straight Connector 315"/>
          <p:cNvCxnSpPr/>
          <p:nvPr/>
        </p:nvCxnSpPr>
        <p:spPr>
          <a:xfrm>
            <a:off x="11934415" y="9884017"/>
            <a:ext cx="0" cy="1219201"/>
          </a:xfrm>
          <a:prstGeom prst="line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/>
          <p:cNvCxnSpPr/>
          <p:nvPr/>
        </p:nvCxnSpPr>
        <p:spPr>
          <a:xfrm>
            <a:off x="13028664" y="9884018"/>
            <a:ext cx="0" cy="1219200"/>
          </a:xfrm>
          <a:prstGeom prst="line">
            <a:avLst/>
          </a:prstGeom>
          <a:ln w="38100">
            <a:solidFill>
              <a:schemeClr val="tx1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8" name="TextBox 377"/>
          <p:cNvSpPr txBox="1"/>
          <p:nvPr/>
        </p:nvSpPr>
        <p:spPr>
          <a:xfrm>
            <a:off x="12308953" y="11156961"/>
            <a:ext cx="140704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tr_time</a:t>
            </a:r>
            <a:endParaRPr lang="en-US" sz="1800" dirty="0"/>
          </a:p>
        </p:txBody>
      </p:sp>
      <p:sp>
        <p:nvSpPr>
          <p:cNvPr id="380" name="TextBox 379"/>
          <p:cNvSpPr txBox="1"/>
          <p:nvPr/>
        </p:nvSpPr>
        <p:spPr>
          <a:xfrm>
            <a:off x="11344051" y="11156961"/>
            <a:ext cx="1202776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tr_volt</a:t>
            </a:r>
            <a:endParaRPr lang="en-US" sz="1800" dirty="0"/>
          </a:p>
          <a:p>
            <a:pPr algn="ctr"/>
            <a:endParaRPr lang="en-US" sz="1800" dirty="0"/>
          </a:p>
        </p:txBody>
      </p:sp>
      <p:cxnSp>
        <p:nvCxnSpPr>
          <p:cNvPr id="381" name="Straight Connector 380"/>
          <p:cNvCxnSpPr/>
          <p:nvPr/>
        </p:nvCxnSpPr>
        <p:spPr>
          <a:xfrm flipV="1">
            <a:off x="11762669" y="10341217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Connector 385"/>
          <p:cNvCxnSpPr/>
          <p:nvPr/>
        </p:nvCxnSpPr>
        <p:spPr>
          <a:xfrm flipV="1">
            <a:off x="12866852" y="10385152"/>
            <a:ext cx="323623" cy="3048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Straight Connector 321"/>
          <p:cNvCxnSpPr/>
          <p:nvPr/>
        </p:nvCxnSpPr>
        <p:spPr>
          <a:xfrm>
            <a:off x="4318490" y="4312783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8" name="TextBox 367"/>
          <p:cNvSpPr txBox="1"/>
          <p:nvPr/>
        </p:nvSpPr>
        <p:spPr>
          <a:xfrm>
            <a:off x="3246310" y="4114058"/>
            <a:ext cx="104481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sim_live</a:t>
            </a:r>
            <a:endParaRPr lang="en-US" sz="1800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4930360" y="6926224"/>
            <a:ext cx="651986" cy="7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4930360" y="6900345"/>
            <a:ext cx="0" cy="835503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4920633" y="7725843"/>
            <a:ext cx="658597" cy="1375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7" name="Straight Connector 386">
            <a:extLst>
              <a:ext uri="{FF2B5EF4-FFF2-40B4-BE49-F238E27FC236}">
                <a16:creationId xmlns:a16="http://schemas.microsoft.com/office/drawing/2014/main" id="{69DBD65E-4271-4DAB-AE75-F7D361B7BE22}"/>
              </a:ext>
            </a:extLst>
          </p:cNvPr>
          <p:cNvCxnSpPr>
            <a:stCxn id="388" idx="3"/>
            <a:endCxn id="389" idx="1"/>
          </p:cNvCxnSpPr>
          <p:nvPr/>
        </p:nvCxnSpPr>
        <p:spPr>
          <a:xfrm>
            <a:off x="14222406" y="4511983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TextBox 387">
            <a:extLst>
              <a:ext uri="{FF2B5EF4-FFF2-40B4-BE49-F238E27FC236}">
                <a16:creationId xmlns:a16="http://schemas.microsoft.com/office/drawing/2014/main" id="{87B21CA3-7B6C-4927-85B7-8D332A8FD844}"/>
              </a:ext>
            </a:extLst>
          </p:cNvPr>
          <p:cNvSpPr txBox="1"/>
          <p:nvPr/>
        </p:nvSpPr>
        <p:spPr>
          <a:xfrm>
            <a:off x="12819207" y="4327317"/>
            <a:ext cx="140319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</a:t>
            </a:r>
          </a:p>
        </p:txBody>
      </p:sp>
      <p:sp>
        <p:nvSpPr>
          <p:cNvPr id="389" name="TextBox 388">
            <a:extLst>
              <a:ext uri="{FF2B5EF4-FFF2-40B4-BE49-F238E27FC236}">
                <a16:creationId xmlns:a16="http://schemas.microsoft.com/office/drawing/2014/main" id="{3693BE83-EEFB-4FFA-A229-C77DC8C83555}"/>
              </a:ext>
            </a:extLst>
          </p:cNvPr>
          <p:cNvSpPr txBox="1"/>
          <p:nvPr/>
        </p:nvSpPr>
        <p:spPr>
          <a:xfrm>
            <a:off x="14705099" y="4327317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ch2</a:t>
            </a:r>
          </a:p>
        </p:txBody>
      </p:sp>
      <p:cxnSp>
        <p:nvCxnSpPr>
          <p:cNvPr id="392" name="Straight Connector 391">
            <a:extLst>
              <a:ext uri="{FF2B5EF4-FFF2-40B4-BE49-F238E27FC236}">
                <a16:creationId xmlns:a16="http://schemas.microsoft.com/office/drawing/2014/main" id="{FEE8A7A0-5E75-4545-B2B6-8A8A91EB0A62}"/>
              </a:ext>
            </a:extLst>
          </p:cNvPr>
          <p:cNvCxnSpPr>
            <a:stCxn id="396" idx="3"/>
            <a:endCxn id="397" idx="1"/>
          </p:cNvCxnSpPr>
          <p:nvPr/>
        </p:nvCxnSpPr>
        <p:spPr>
          <a:xfrm>
            <a:off x="14231179" y="4179926"/>
            <a:ext cx="482693" cy="0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6" name="TextBox 395">
            <a:extLst>
              <a:ext uri="{FF2B5EF4-FFF2-40B4-BE49-F238E27FC236}">
                <a16:creationId xmlns:a16="http://schemas.microsoft.com/office/drawing/2014/main" id="{AB482EF1-0EB7-4FE5-9714-E649FC4F2222}"/>
              </a:ext>
            </a:extLst>
          </p:cNvPr>
          <p:cNvSpPr txBox="1"/>
          <p:nvPr/>
        </p:nvSpPr>
        <p:spPr>
          <a:xfrm>
            <a:off x="12819841" y="3995260"/>
            <a:ext cx="141133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</a:t>
            </a:r>
          </a:p>
        </p:txBody>
      </p:sp>
      <p:sp>
        <p:nvSpPr>
          <p:cNvPr id="397" name="TextBox 396">
            <a:extLst>
              <a:ext uri="{FF2B5EF4-FFF2-40B4-BE49-F238E27FC236}">
                <a16:creationId xmlns:a16="http://schemas.microsoft.com/office/drawing/2014/main" id="{BD66B207-D564-4DC6-BB3F-B4232B62FE36}"/>
              </a:ext>
            </a:extLst>
          </p:cNvPr>
          <p:cNvSpPr txBox="1"/>
          <p:nvPr/>
        </p:nvSpPr>
        <p:spPr>
          <a:xfrm>
            <a:off x="14713872" y="3995260"/>
            <a:ext cx="533400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ch1</a:t>
            </a:r>
          </a:p>
        </p:txBody>
      </p:sp>
      <p:sp>
        <p:nvSpPr>
          <p:cNvPr id="399" name="TextBox 398">
            <a:extLst>
              <a:ext uri="{FF2B5EF4-FFF2-40B4-BE49-F238E27FC236}">
                <a16:creationId xmlns:a16="http://schemas.microsoft.com/office/drawing/2014/main" id="{63573302-764C-46FC-A52F-DDBB174618F6}"/>
              </a:ext>
            </a:extLst>
          </p:cNvPr>
          <p:cNvSpPr txBox="1"/>
          <p:nvPr/>
        </p:nvSpPr>
        <p:spPr>
          <a:xfrm>
            <a:off x="11582400" y="1048516"/>
            <a:ext cx="2201800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ch1_enable switch(</a:t>
            </a:r>
            <a:r>
              <a:rPr lang="en-US" sz="1800" dirty="0">
                <a:solidFill>
                  <a:srgbClr val="0070C0"/>
                </a:solidFill>
              </a:rPr>
              <a:t>CH1_SWITCH</a:t>
            </a:r>
            <a:r>
              <a:rPr lang="en-US" sz="1800" dirty="0"/>
              <a:t>)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A30F2B21-DBD6-4910-AD11-3D7C1AF95271}"/>
              </a:ext>
            </a:extLst>
          </p:cNvPr>
          <p:cNvSpPr txBox="1"/>
          <p:nvPr/>
        </p:nvSpPr>
        <p:spPr>
          <a:xfrm>
            <a:off x="13998390" y="1040809"/>
            <a:ext cx="2217757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/>
              <a:t>ch2_enable switch(</a:t>
            </a:r>
            <a:r>
              <a:rPr lang="en-US" sz="1800" dirty="0">
                <a:solidFill>
                  <a:srgbClr val="0070C0"/>
                </a:solidFill>
              </a:rPr>
              <a:t>CH2_SWITCH</a:t>
            </a:r>
            <a:r>
              <a:rPr lang="en-US" sz="1800" dirty="0"/>
              <a:t>)</a:t>
            </a:r>
          </a:p>
        </p:txBody>
      </p:sp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78A6EC16-4110-4AA2-A62B-4C0C2879512F}"/>
              </a:ext>
            </a:extLst>
          </p:cNvPr>
          <p:cNvCxnSpPr/>
          <p:nvPr/>
        </p:nvCxnSpPr>
        <p:spPr>
          <a:xfrm>
            <a:off x="12570438" y="1688603"/>
            <a:ext cx="3646" cy="34902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3" name="Straight Connector 402">
            <a:extLst>
              <a:ext uri="{FF2B5EF4-FFF2-40B4-BE49-F238E27FC236}">
                <a16:creationId xmlns:a16="http://schemas.microsoft.com/office/drawing/2014/main" id="{C632027F-CA36-4606-B17B-AFA96CF457B8}"/>
              </a:ext>
            </a:extLst>
          </p:cNvPr>
          <p:cNvCxnSpPr/>
          <p:nvPr/>
        </p:nvCxnSpPr>
        <p:spPr>
          <a:xfrm>
            <a:off x="14580477" y="1654600"/>
            <a:ext cx="3646" cy="34902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6" name="Straight Connector 405">
            <a:extLst>
              <a:ext uri="{FF2B5EF4-FFF2-40B4-BE49-F238E27FC236}">
                <a16:creationId xmlns:a16="http://schemas.microsoft.com/office/drawing/2014/main" id="{63D45164-78C3-4926-8FF0-083DE9505321}"/>
              </a:ext>
            </a:extLst>
          </p:cNvPr>
          <p:cNvCxnSpPr>
            <a:cxnSpLocks/>
            <a:stCxn id="407" idx="2"/>
          </p:cNvCxnSpPr>
          <p:nvPr/>
        </p:nvCxnSpPr>
        <p:spPr>
          <a:xfrm>
            <a:off x="4529593" y="1671405"/>
            <a:ext cx="902" cy="325349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7" name="TextBox 406">
            <a:extLst>
              <a:ext uri="{FF2B5EF4-FFF2-40B4-BE49-F238E27FC236}">
                <a16:creationId xmlns:a16="http://schemas.microsoft.com/office/drawing/2014/main" id="{F4CBA137-5F86-4502-A99A-D14661CDA876}"/>
              </a:ext>
            </a:extLst>
          </p:cNvPr>
          <p:cNvSpPr txBox="1"/>
          <p:nvPr/>
        </p:nvSpPr>
        <p:spPr>
          <a:xfrm>
            <a:off x="3232049" y="1025074"/>
            <a:ext cx="2595087" cy="646331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ctr"/>
            <a:r>
              <a:rPr lang="en-US" sz="1800" dirty="0" err="1"/>
              <a:t>sim_live</a:t>
            </a:r>
            <a:r>
              <a:rPr lang="en-US" sz="1800" dirty="0"/>
              <a:t> switch(</a:t>
            </a:r>
            <a:r>
              <a:rPr lang="en-US" sz="1800" dirty="0">
                <a:solidFill>
                  <a:srgbClr val="0070C0"/>
                </a:solidFill>
              </a:rPr>
              <a:t>IS_LIVE_SWITCH</a:t>
            </a:r>
            <a:r>
              <a:rPr lang="en-US" sz="1800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997A88-EA5B-6114-4034-193E7E00E7C6}"/>
              </a:ext>
            </a:extLst>
          </p:cNvPr>
          <p:cNvSpPr txBox="1"/>
          <p:nvPr/>
        </p:nvSpPr>
        <p:spPr>
          <a:xfrm rot="16200000">
            <a:off x="6995598" y="4874324"/>
            <a:ext cx="1045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incoming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6CDAC9-DF4F-F821-EBA5-A25EF6AAAE8B}"/>
              </a:ext>
            </a:extLst>
          </p:cNvPr>
          <p:cNvSpPr txBox="1"/>
          <p:nvPr/>
        </p:nvSpPr>
        <p:spPr>
          <a:xfrm rot="16200000">
            <a:off x="8029256" y="5291276"/>
            <a:ext cx="873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current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C83905B-C327-E837-DE8E-7B9DABAA9675}"/>
              </a:ext>
            </a:extLst>
          </p:cNvPr>
          <p:cNvSpPr txBox="1"/>
          <p:nvPr/>
        </p:nvSpPr>
        <p:spPr>
          <a:xfrm>
            <a:off x="4636507" y="8566381"/>
            <a:ext cx="988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previous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5912493-50EB-38A1-B4BA-931FEA35F2D6}"/>
              </a:ext>
            </a:extLst>
          </p:cNvPr>
          <p:cNvSpPr txBox="1"/>
          <p:nvPr/>
        </p:nvSpPr>
        <p:spPr>
          <a:xfrm rot="16200000">
            <a:off x="8941582" y="6143233"/>
            <a:ext cx="1378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rgbClr val="0070C0"/>
                </a:solidFill>
              </a:rPr>
              <a:t>ch1.to_bram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6338559-1691-3FFB-6DB8-2463A1D463EC}"/>
              </a:ext>
            </a:extLst>
          </p:cNvPr>
          <p:cNvCxnSpPr>
            <a:cxnSpLocks/>
          </p:cNvCxnSpPr>
          <p:nvPr/>
        </p:nvCxnSpPr>
        <p:spPr>
          <a:xfrm flipV="1">
            <a:off x="11611747" y="8554400"/>
            <a:ext cx="0" cy="461664"/>
          </a:xfrm>
          <a:prstGeom prst="line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04BC0B76-1A0A-68F3-AEE4-80E7254762FB}"/>
              </a:ext>
            </a:extLst>
          </p:cNvPr>
          <p:cNvSpPr txBox="1"/>
          <p:nvPr/>
        </p:nvSpPr>
        <p:spPr>
          <a:xfrm>
            <a:off x="11126736" y="8144431"/>
            <a:ext cx="1817866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RDCLK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1A65676-E4EF-0461-29C5-1615737720B8}"/>
              </a:ext>
            </a:extLst>
          </p:cNvPr>
          <p:cNvSpPr txBox="1"/>
          <p:nvPr/>
        </p:nvSpPr>
        <p:spPr>
          <a:xfrm>
            <a:off x="11410649" y="9015378"/>
            <a:ext cx="485151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 err="1"/>
              <a:t>clk</a:t>
            </a:r>
            <a:endParaRPr lang="en-US" sz="1800" dirty="0"/>
          </a:p>
        </p:txBody>
      </p:sp>
      <p:sp>
        <p:nvSpPr>
          <p:cNvPr id="235" name="TextBox 234">
            <a:extLst>
              <a:ext uri="{FF2B5EF4-FFF2-40B4-BE49-F238E27FC236}">
                <a16:creationId xmlns:a16="http://schemas.microsoft.com/office/drawing/2014/main" id="{1B0561D5-78ED-AADE-2A0C-296F289EC74C}"/>
              </a:ext>
            </a:extLst>
          </p:cNvPr>
          <p:cNvSpPr txBox="1"/>
          <p:nvPr/>
        </p:nvSpPr>
        <p:spPr>
          <a:xfrm>
            <a:off x="12870886" y="4631105"/>
            <a:ext cx="140319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ch1_enable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81CB60C0-E74A-C54E-CF09-8FBF8E062C70}"/>
              </a:ext>
            </a:extLst>
          </p:cNvPr>
          <p:cNvSpPr txBox="1"/>
          <p:nvPr/>
        </p:nvSpPr>
        <p:spPr>
          <a:xfrm>
            <a:off x="12895315" y="4952856"/>
            <a:ext cx="1403199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/>
              <a:t>ch2_enable</a:t>
            </a:r>
          </a:p>
        </p:txBody>
      </p:sp>
      <p:sp>
        <p:nvSpPr>
          <p:cNvPr id="241" name="TextBox 240">
            <a:extLst>
              <a:ext uri="{FF2B5EF4-FFF2-40B4-BE49-F238E27FC236}">
                <a16:creationId xmlns:a16="http://schemas.microsoft.com/office/drawing/2014/main" id="{E9DCBB5B-68CE-1E03-3565-8E0ED609067B}"/>
              </a:ext>
            </a:extLst>
          </p:cNvPr>
          <p:cNvSpPr txBox="1"/>
          <p:nvPr/>
        </p:nvSpPr>
        <p:spPr>
          <a:xfrm>
            <a:off x="4636507" y="4110514"/>
            <a:ext cx="104481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is_live</a:t>
            </a:r>
            <a:endParaRPr lang="en-US" sz="1800" dirty="0"/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EA084F65-791F-BC0E-7CCB-1A35E6C659F7}"/>
              </a:ext>
            </a:extLst>
          </p:cNvPr>
          <p:cNvSpPr txBox="1"/>
          <p:nvPr/>
        </p:nvSpPr>
        <p:spPr>
          <a:xfrm>
            <a:off x="11960571" y="10469238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9</a:t>
            </a: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083BEE22-312C-B404-4449-A231E582DFA2}"/>
              </a:ext>
            </a:extLst>
          </p:cNvPr>
          <p:cNvSpPr txBox="1"/>
          <p:nvPr/>
        </p:nvSpPr>
        <p:spPr>
          <a:xfrm>
            <a:off x="13128714" y="10454984"/>
            <a:ext cx="911328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r>
              <a:rPr lang="en-US" sz="1800" dirty="0"/>
              <a:t>9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B9F3DA7D-AF60-34E3-EACB-0FE2ECEC3458}"/>
              </a:ext>
            </a:extLst>
          </p:cNvPr>
          <p:cNvSpPr txBox="1"/>
          <p:nvPr/>
        </p:nvSpPr>
        <p:spPr>
          <a:xfrm>
            <a:off x="3825713" y="1912564"/>
            <a:ext cx="1044817" cy="369332"/>
          </a:xfrm>
          <a:prstGeom prst="rect">
            <a:avLst/>
          </a:prstGeom>
          <a:noFill/>
        </p:spPr>
        <p:txBody>
          <a:bodyPr wrap="square" lIns="91440" tIns="45720" rIns="91440" bIns="45720" rtlCol="0">
            <a:spAutoFit/>
          </a:bodyPr>
          <a:lstStyle/>
          <a:p>
            <a:pPr algn="r"/>
            <a:r>
              <a:rPr lang="en-US" sz="1800" dirty="0" err="1"/>
              <a:t>is_live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709113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2C8F0B05EE3548920CFDE6A36BD50A" ma:contentTypeVersion="9" ma:contentTypeDescription="Create a new document." ma:contentTypeScope="" ma:versionID="72ea0b784a1c2d39940aaee63293d3a3">
  <xsd:schema xmlns:xsd="http://www.w3.org/2001/XMLSchema" xmlns:xs="http://www.w3.org/2001/XMLSchema" xmlns:p="http://schemas.microsoft.com/office/2006/metadata/properties" xmlns:ns2="2f38a8a1-b5b9-4b35-afde-10105ce15a1a" targetNamespace="http://schemas.microsoft.com/office/2006/metadata/properties" ma:root="true" ma:fieldsID="05fcddf1028392f077e30872e417631f" ns2:_="">
    <xsd:import namespace="2f38a8a1-b5b9-4b35-afde-10105ce15a1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38a8a1-b5b9-4b35-afde-10105ce15a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F749F09-CB0F-442F-B8C3-F15D757AE6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38a8a1-b5b9-4b35-afde-10105ce15a1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D077385-B146-46CB-836A-FAF1819927B1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72217bdb-4df2-4e5b-b7c2-fc2fa124e0bd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C97B29F2-8714-4AF3-A515-6BCEAC9930C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733</TotalTime>
  <Words>414</Words>
  <Application>Microsoft Office PowerPoint</Application>
  <PresentationFormat>Custom</PresentationFormat>
  <Paragraphs>197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Falkinburg, Jeffrey L MAJ USAF USAFA USAFA/DFEC</dc:creator>
  <cp:lastModifiedBy>Speicher, Asher M C3C USAF USAFA CW/CS19</cp:lastModifiedBy>
  <cp:revision>118</cp:revision>
  <dcterms:created xsi:type="dcterms:W3CDTF">2006-08-16T00:00:00Z</dcterms:created>
  <dcterms:modified xsi:type="dcterms:W3CDTF">2026-02-27T01:24:50Z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0x010100002C8F0B05EE3548920CFDE6A36BD50A</vt:lpwstr>
  </property>
  <property fmtid="{D5CDD505-2E9C-101B-9397-08002B2CF9AE}" pid="3" name="Order">
    <vt:r8>14500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</Properties>
</file>